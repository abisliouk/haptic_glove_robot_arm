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1485" r:id="rId2"/>
  </p:sldIdLst>
  <p:sldSz cx="12192000" cy="6858000"/>
  <p:notesSz cx="6858000" cy="9144000"/>
  <p:embeddedFontLst>
    <p:embeddedFont>
      <p:font typeface="Gentona Book" panose="00000800000000000000" charset="0"/>
      <p:regular r:id="rId4"/>
      <p:bold r:id="rId5"/>
      <p:italic r:id="rId6"/>
    </p:embeddedFont>
    <p:embeddedFont>
      <p:font typeface="Obviously Wide Bold" panose="020B0600000101010101" charset="0"/>
      <p:regular r:id="rId7"/>
      <p:bold r:id="rId8"/>
      <p:italic r:id="rId9"/>
      <p:boldItalic r:id="rId10"/>
    </p:embeddedFont>
    <p:embeddedFont>
      <p:font typeface="Obviously Wide Semi" panose="020B0600000101010101" charset="0"/>
      <p:regular r:id="rId11"/>
      <p:bold r:id="rId12"/>
      <p:italic r:id="rId13"/>
      <p:boldItalic r:id="rId14"/>
    </p:embeddedFont>
    <p:embeddedFont>
      <p:font typeface="Obviously Wide Thin" panose="020B0600000101010101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26"/>
    <a:srgbClr val="0020A5"/>
    <a:srgbClr val="ED7C24"/>
    <a:srgbClr val="E98827"/>
    <a:srgbClr val="E7932D"/>
    <a:srgbClr val="E59930"/>
    <a:srgbClr val="E39F33"/>
    <a:srgbClr val="ED7E24"/>
    <a:srgbClr val="000000"/>
    <a:srgbClr val="EA84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5"/>
    <p:restoredTop sz="96327"/>
  </p:normalViewPr>
  <p:slideViewPr>
    <p:cSldViewPr snapToGrid="0" snapToObjects="1">
      <p:cViewPr varScale="1">
        <p:scale>
          <a:sx n="76" d="100"/>
          <a:sy n="76" d="100"/>
        </p:scale>
        <p:origin x="987" y="4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11911-7B65-A44F-93E6-356E0048A6A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D10F1-7D42-A34F-BAC8-00C0AABB3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4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(Wertheim Lab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blue, day&#10;&#10;Description automatically generated">
            <a:extLst>
              <a:ext uri="{FF2B5EF4-FFF2-40B4-BE49-F238E27FC236}">
                <a16:creationId xmlns:a16="http://schemas.microsoft.com/office/drawing/2014/main" id="{1B67ADE8-0F92-3751-CDBB-FF2F540B16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4767" y="-24765"/>
            <a:ext cx="12281535" cy="69075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BE98D9-EFFA-24CC-D752-052741DC54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303" y="2248929"/>
            <a:ext cx="11477898" cy="1464631"/>
          </a:xfrm>
        </p:spPr>
        <p:txBody>
          <a:bodyPr anchor="b" anchorCtr="0">
            <a:normAutofit/>
          </a:bodyPr>
          <a:lstStyle>
            <a:lvl1pPr>
              <a:defRPr sz="3200" b="1" i="0" spc="50" baseline="0">
                <a:solidFill>
                  <a:schemeClr val="bg1"/>
                </a:solidFill>
                <a:latin typeface="Obviously Wide Bold" pitchFamily="82" charset="77"/>
              </a:defRPr>
            </a:lvl1pPr>
          </a:lstStyle>
          <a:p>
            <a:pPr algn="l"/>
            <a:r>
              <a:rPr lang="en-US" dirty="0"/>
              <a:t>PRESENTATION TITLE (ALL CAPS)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A2B7E20-A784-753E-C02C-EA54679F88A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9303" y="3859712"/>
            <a:ext cx="11477625" cy="7439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Gentona Book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br>
              <a:rPr lang="en-US" dirty="0"/>
            </a:br>
            <a:r>
              <a:rPr lang="en-US" dirty="0"/>
              <a:t>Location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FE5FCC9A-18E4-5AF9-355C-DF0A41372F8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9303" y="4749861"/>
            <a:ext cx="11477625" cy="103310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Gentona Book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  <a:br>
              <a:rPr lang="en-US" dirty="0"/>
            </a:br>
            <a:r>
              <a:rPr lang="en-US" dirty="0"/>
              <a:t>Administrative Title</a:t>
            </a:r>
            <a:br>
              <a:rPr lang="en-US" dirty="0"/>
            </a:br>
            <a:r>
              <a:rPr lang="en-US" dirty="0"/>
              <a:t>Academic Title (Optional)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66D91-CC4F-A671-D6E7-900CACE9B5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6667" r="-16667"/>
          <a:stretch/>
        </p:blipFill>
        <p:spPr>
          <a:xfrm>
            <a:off x="-233680" y="230661"/>
            <a:ext cx="3504935" cy="64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06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(Wertheim Lab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67ADE8-0F92-3751-CDBB-FF2F540B16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44026" y="-24765"/>
            <a:ext cx="12280053" cy="69075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BE98D9-EFFA-24CC-D752-052741DC54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303" y="2248929"/>
            <a:ext cx="11477898" cy="1464631"/>
          </a:xfrm>
        </p:spPr>
        <p:txBody>
          <a:bodyPr anchor="b" anchorCtr="0">
            <a:normAutofit/>
          </a:bodyPr>
          <a:lstStyle>
            <a:lvl1pPr>
              <a:defRPr sz="3200" b="1" i="0" spc="50" baseline="0">
                <a:solidFill>
                  <a:schemeClr val="bg1"/>
                </a:solidFill>
                <a:latin typeface="Obviously Wide Bold" pitchFamily="82" charset="77"/>
              </a:defRPr>
            </a:lvl1pPr>
          </a:lstStyle>
          <a:p>
            <a:pPr algn="l"/>
            <a:r>
              <a:rPr lang="en-US" dirty="0"/>
              <a:t>PRESENTATION TITLE (ALL CAPS)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A2B7E20-A784-753E-C02C-EA54679F88A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9303" y="3859712"/>
            <a:ext cx="11477625" cy="7439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Gentona Book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br>
              <a:rPr lang="en-US" dirty="0"/>
            </a:br>
            <a:r>
              <a:rPr lang="en-US" dirty="0"/>
              <a:t>Location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FE5FCC9A-18E4-5AF9-355C-DF0A41372F8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9303" y="4749861"/>
            <a:ext cx="11477625" cy="103310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Gentona Book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  <a:br>
              <a:rPr lang="en-US" dirty="0"/>
            </a:br>
            <a:r>
              <a:rPr lang="en-US" dirty="0"/>
              <a:t>Administrative Title</a:t>
            </a:r>
            <a:br>
              <a:rPr lang="en-US" dirty="0"/>
            </a:br>
            <a:r>
              <a:rPr lang="en-US" dirty="0"/>
              <a:t>Academic Title (Optional)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66D91-CC4F-A671-D6E7-900CACE9B5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6667" r="-16667"/>
          <a:stretch/>
        </p:blipFill>
        <p:spPr>
          <a:xfrm>
            <a:off x="-233680" y="230661"/>
            <a:ext cx="3504935" cy="64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5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(Geometric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8BFCD690-51F7-3522-B000-1ABDE8990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BE98D9-EFFA-24CC-D752-052741DC54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303" y="2248929"/>
            <a:ext cx="11477898" cy="1464631"/>
          </a:xfrm>
        </p:spPr>
        <p:txBody>
          <a:bodyPr anchor="b" anchorCtr="0">
            <a:normAutofit/>
          </a:bodyPr>
          <a:lstStyle>
            <a:lvl1pPr>
              <a:defRPr sz="3200" b="1" i="0" spc="50" baseline="0">
                <a:solidFill>
                  <a:schemeClr val="bg1"/>
                </a:solidFill>
                <a:latin typeface="Obviously Wide Bold" pitchFamily="82" charset="77"/>
              </a:defRPr>
            </a:lvl1pPr>
          </a:lstStyle>
          <a:p>
            <a:pPr algn="l"/>
            <a:r>
              <a:rPr lang="en-US" dirty="0"/>
              <a:t>PRESENTATION TITLE (ALL CAPS)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A2B7E20-A784-753E-C02C-EA54679F88A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9303" y="3859712"/>
            <a:ext cx="11477625" cy="7439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Gentona Book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br>
              <a:rPr lang="en-US" dirty="0"/>
            </a:br>
            <a:r>
              <a:rPr lang="en-US" dirty="0"/>
              <a:t>Location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FE5FCC9A-18E4-5AF9-355C-DF0A41372F8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9303" y="4749861"/>
            <a:ext cx="11477625" cy="103310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Gentona Book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  <a:br>
              <a:rPr lang="en-US" dirty="0"/>
            </a:br>
            <a:r>
              <a:rPr lang="en-US" dirty="0"/>
              <a:t>Administrative Title</a:t>
            </a:r>
            <a:br>
              <a:rPr lang="en-US" dirty="0"/>
            </a:br>
            <a:r>
              <a:rPr lang="en-US" dirty="0"/>
              <a:t>Academic Title (Optional)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66D91-CC4F-A671-D6E7-900CACE9B5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6667" r="-16667"/>
          <a:stretch/>
        </p:blipFill>
        <p:spPr>
          <a:xfrm>
            <a:off x="-233680" y="230661"/>
            <a:ext cx="3504935" cy="64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8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 (Geometric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FCD690-51F7-3522-B000-1ABDE8990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BE98D9-EFFA-24CC-D752-052741DC54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303" y="2248929"/>
            <a:ext cx="11477898" cy="1464631"/>
          </a:xfrm>
        </p:spPr>
        <p:txBody>
          <a:bodyPr anchor="b" anchorCtr="0">
            <a:normAutofit/>
          </a:bodyPr>
          <a:lstStyle>
            <a:lvl1pPr>
              <a:defRPr sz="3200" b="1" i="0" spc="50" baseline="0">
                <a:solidFill>
                  <a:schemeClr val="bg1"/>
                </a:solidFill>
                <a:latin typeface="Obviously Wide Bold" pitchFamily="82" charset="77"/>
              </a:defRPr>
            </a:lvl1pPr>
          </a:lstStyle>
          <a:p>
            <a:pPr algn="l"/>
            <a:r>
              <a:rPr lang="en-US" dirty="0"/>
              <a:t>PRESENTATION TITLE (ALL CAPS)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A2B7E20-A784-753E-C02C-EA54679F88A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9303" y="3859712"/>
            <a:ext cx="11477625" cy="7439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Gentona Book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br>
              <a:rPr lang="en-US" dirty="0"/>
            </a:br>
            <a:r>
              <a:rPr lang="en-US" dirty="0"/>
              <a:t>Location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FE5FCC9A-18E4-5AF9-355C-DF0A41372F8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9303" y="4749861"/>
            <a:ext cx="11477625" cy="103310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Gentona Book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  <a:br>
              <a:rPr lang="en-US" dirty="0"/>
            </a:br>
            <a:r>
              <a:rPr lang="en-US" dirty="0"/>
              <a:t>Administrative Title</a:t>
            </a:r>
            <a:br>
              <a:rPr lang="en-US" dirty="0"/>
            </a:br>
            <a:r>
              <a:rPr lang="en-US" dirty="0"/>
              <a:t>Academic Title (Optional)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66D91-CC4F-A671-D6E7-900CACE9B5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6667" r="-16667"/>
          <a:stretch/>
        </p:blipFill>
        <p:spPr>
          <a:xfrm>
            <a:off x="-233680" y="230661"/>
            <a:ext cx="3504935" cy="64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3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(Gradient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2FE7C4B7-90DD-0EC8-461F-69FC0983C5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BE98D9-EFFA-24CC-D752-052741DC54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303" y="2248929"/>
            <a:ext cx="11477898" cy="1464631"/>
          </a:xfrm>
        </p:spPr>
        <p:txBody>
          <a:bodyPr anchor="b" anchorCtr="0">
            <a:normAutofit/>
          </a:bodyPr>
          <a:lstStyle>
            <a:lvl1pPr>
              <a:defRPr sz="3200" b="1" i="0" spc="50" baseline="0">
                <a:solidFill>
                  <a:schemeClr val="bg1"/>
                </a:solidFill>
                <a:latin typeface="Obviously Wide Bold" pitchFamily="82" charset="77"/>
              </a:defRPr>
            </a:lvl1pPr>
          </a:lstStyle>
          <a:p>
            <a:pPr algn="l"/>
            <a:r>
              <a:rPr lang="en-US" dirty="0"/>
              <a:t>PRESENTATION TITLE (ALL CAPS)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A2B7E20-A784-753E-C02C-EA54679F88A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9303" y="3859712"/>
            <a:ext cx="11477625" cy="7439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Gentona Book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br>
              <a:rPr lang="en-US" dirty="0"/>
            </a:br>
            <a:r>
              <a:rPr lang="en-US" dirty="0"/>
              <a:t>Location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FE5FCC9A-18E4-5AF9-355C-DF0A41372F8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9303" y="4749861"/>
            <a:ext cx="11477625" cy="103310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Gentona Book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  <a:br>
              <a:rPr lang="en-US" dirty="0"/>
            </a:br>
            <a:r>
              <a:rPr lang="en-US" dirty="0"/>
              <a:t>Administrative Title</a:t>
            </a:r>
            <a:br>
              <a:rPr lang="en-US" dirty="0"/>
            </a:br>
            <a:r>
              <a:rPr lang="en-US" dirty="0"/>
              <a:t>Academic Title (Optional)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66D91-CC4F-A671-D6E7-900CACE9B5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6667" r="-16667"/>
          <a:stretch/>
        </p:blipFill>
        <p:spPr>
          <a:xfrm>
            <a:off x="-233680" y="230661"/>
            <a:ext cx="3504935" cy="64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7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 (Gradient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E7C4B7-90DD-0EC8-461F-69FC0983C5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A2B7E20-A784-753E-C02C-EA54679F88A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9303" y="3859712"/>
            <a:ext cx="11477625" cy="7439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Gentona Book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br>
              <a:rPr lang="en-US" dirty="0"/>
            </a:br>
            <a:r>
              <a:rPr lang="en-US" dirty="0"/>
              <a:t>Location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FE5FCC9A-18E4-5AF9-355C-DF0A41372F8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9303" y="4749861"/>
            <a:ext cx="11477625" cy="103310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Gentona Book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  <a:br>
              <a:rPr lang="en-US" dirty="0"/>
            </a:br>
            <a:r>
              <a:rPr lang="en-US" dirty="0"/>
              <a:t>Administrative Title</a:t>
            </a:r>
            <a:br>
              <a:rPr lang="en-US" dirty="0"/>
            </a:br>
            <a:r>
              <a:rPr lang="en-US" dirty="0"/>
              <a:t>Academic Title (Optional)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66D91-CC4F-A671-D6E7-900CACE9B5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6667" r="-16667"/>
          <a:stretch/>
        </p:blipFill>
        <p:spPr>
          <a:xfrm>
            <a:off x="-233680" y="230661"/>
            <a:ext cx="3504935" cy="64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7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asic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266E-F2F9-FF4C-991B-6C20BE34A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50" baseline="0">
                <a:solidFill>
                  <a:srgbClr val="011FA3"/>
                </a:solidFill>
              </a:defRPr>
            </a:lvl1pPr>
          </a:lstStyle>
          <a:p>
            <a:r>
              <a:rPr lang="en-US" dirty="0"/>
              <a:t>CLICK TO EDIT TITLE FOR THE “BASIC TEXT”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2793-80B0-0E41-8554-1C4620C7C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lnSpc>
                <a:spcPct val="100000"/>
              </a:lnSpc>
              <a:buClr>
                <a:srgbClr val="ED7C24"/>
              </a:buClr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ct val="100000"/>
              </a:lnSpc>
              <a:buClr>
                <a:srgbClr val="ED7C24"/>
              </a:buClr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lnSpc>
                <a:spcPct val="100000"/>
              </a:lnSpc>
              <a:buClr>
                <a:srgbClr val="ED7C24"/>
              </a:buClr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lnSpc>
                <a:spcPct val="100000"/>
              </a:lnSpc>
              <a:buClr>
                <a:srgbClr val="ED7C24"/>
              </a:buClr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lnSpc>
                <a:spcPct val="100000"/>
              </a:lnSpc>
              <a:buClr>
                <a:srgbClr val="ED7C24"/>
              </a:buClr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ECA9BC-F6A6-8D5F-7B80-D6F844E6520D}"/>
              </a:ext>
            </a:extLst>
          </p:cNvPr>
          <p:cNvCxnSpPr>
            <a:cxnSpLocks/>
          </p:cNvCxnSpPr>
          <p:nvPr userDrawn="1"/>
        </p:nvCxnSpPr>
        <p:spPr>
          <a:xfrm>
            <a:off x="381000" y="6603764"/>
            <a:ext cx="11429360" cy="0"/>
          </a:xfrm>
          <a:prstGeom prst="line">
            <a:avLst/>
          </a:prstGeom>
          <a:ln w="6350">
            <a:solidFill>
              <a:srgbClr val="002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E3F7E12-E987-DA33-D7EE-00D7B41C7A41}"/>
              </a:ext>
            </a:extLst>
          </p:cNvPr>
          <p:cNvSpPr/>
          <p:nvPr userDrawn="1"/>
        </p:nvSpPr>
        <p:spPr>
          <a:xfrm>
            <a:off x="10909727" y="6375164"/>
            <a:ext cx="533156" cy="4572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2C1F30D-AA61-1744-8D47-4C310974E5D8}" type="slidenum">
              <a:rPr lang="en-US" sz="1200" b="0" cap="none" spc="0" smtClean="0">
                <a:ln w="6350">
                  <a:solidFill>
                    <a:srgbClr val="0020A5"/>
                  </a:solidFill>
                  <a:prstDash val="solid"/>
                </a:ln>
                <a:solidFill>
                  <a:srgbClr val="0020A5"/>
                </a:solidFill>
                <a:effectLst/>
                <a:latin typeface="Obviously Wide Thin" pitchFamily="82" charset="77"/>
                <a:cs typeface="Times New Roman" panose="02020603050405020304" pitchFamily="18" charset="0"/>
              </a:rPr>
              <a:pPr algn="ctr"/>
              <a:t>‹#›</a:t>
            </a:fld>
            <a:endParaRPr lang="en-US" sz="1200" b="0" cap="none" spc="0" dirty="0">
              <a:ln w="6350">
                <a:solidFill>
                  <a:srgbClr val="0020A5"/>
                </a:solidFill>
                <a:prstDash val="solid"/>
              </a:ln>
              <a:solidFill>
                <a:srgbClr val="0020A5"/>
              </a:solidFill>
              <a:effectLst/>
              <a:latin typeface="Obviously Wide Thin" pitchFamily="82" charset="7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A80CAB-59DF-0659-27BE-393521DDEA62}"/>
              </a:ext>
            </a:extLst>
          </p:cNvPr>
          <p:cNvSpPr txBox="1"/>
          <p:nvPr userDrawn="1"/>
        </p:nvSpPr>
        <p:spPr>
          <a:xfrm>
            <a:off x="693080" y="6465265"/>
            <a:ext cx="80648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b="0" i="0" dirty="0">
                <a:solidFill>
                  <a:srgbClr val="011FA3"/>
                </a:solidFill>
                <a:latin typeface="Obviously Wide Thin" pitchFamily="82" charset="77"/>
              </a:rPr>
              <a:t>UNIVERSITY OF FLORIDA </a:t>
            </a:r>
            <a:r>
              <a:rPr lang="en-US" sz="1200" b="1" i="0" dirty="0">
                <a:solidFill>
                  <a:srgbClr val="011FA3"/>
                </a:solidFill>
                <a:latin typeface="Obviously Wide Thin" pitchFamily="82" charset="77"/>
              </a:rPr>
              <a:t>HERBERT WERTHEIM COLLEGE OF ENGINEERING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FACC3-8613-9938-914F-DD70500543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UNIVERSITY OF FLORIDA HERBERT WERTHEIM COLLEGE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4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Content - Righ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266E-F2F9-FF4C-991B-6C20BE34A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50" baseline="0">
                <a:solidFill>
                  <a:srgbClr val="011FA3"/>
                </a:solidFill>
              </a:defRPr>
            </a:lvl1pPr>
          </a:lstStyle>
          <a:p>
            <a:r>
              <a:rPr lang="en-US" dirty="0"/>
              <a:t>CLICK TO EDIT TITLE FOR THE “BASIC TEXT”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2793-80B0-0E41-8554-1C4620C7C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82218"/>
            <a:ext cx="5715000" cy="5385876"/>
          </a:xfrm>
        </p:spPr>
        <p:txBody>
          <a:bodyPr/>
          <a:lstStyle>
            <a:lvl1pPr>
              <a:lnSpc>
                <a:spcPct val="100000"/>
              </a:lnSpc>
              <a:buClr>
                <a:srgbClr val="ED7C24"/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buClr>
                <a:srgbClr val="ED7C24"/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buClr>
                <a:srgbClr val="ED7C24"/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buClr>
                <a:srgbClr val="ED7C24"/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buClr>
                <a:srgbClr val="ED7C24"/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ECA9BC-F6A6-8D5F-7B80-D6F844E6520D}"/>
              </a:ext>
            </a:extLst>
          </p:cNvPr>
          <p:cNvCxnSpPr>
            <a:cxnSpLocks/>
          </p:cNvCxnSpPr>
          <p:nvPr userDrawn="1"/>
        </p:nvCxnSpPr>
        <p:spPr>
          <a:xfrm>
            <a:off x="381000" y="6603764"/>
            <a:ext cx="11429360" cy="0"/>
          </a:xfrm>
          <a:prstGeom prst="line">
            <a:avLst/>
          </a:prstGeom>
          <a:ln w="6350">
            <a:solidFill>
              <a:srgbClr val="002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E3F7E12-E987-DA33-D7EE-00D7B41C7A41}"/>
              </a:ext>
            </a:extLst>
          </p:cNvPr>
          <p:cNvSpPr/>
          <p:nvPr userDrawn="1"/>
        </p:nvSpPr>
        <p:spPr>
          <a:xfrm>
            <a:off x="10909727" y="6375164"/>
            <a:ext cx="533156" cy="4572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2C1F30D-AA61-1744-8D47-4C310974E5D8}" type="slidenum">
              <a:rPr lang="en-US" sz="1200" b="0" cap="none" spc="0" smtClean="0">
                <a:ln w="6350">
                  <a:solidFill>
                    <a:srgbClr val="0020A5"/>
                  </a:solidFill>
                  <a:prstDash val="solid"/>
                </a:ln>
                <a:solidFill>
                  <a:srgbClr val="0020A5"/>
                </a:solidFill>
                <a:effectLst/>
                <a:latin typeface="Obviously Wide Thin" pitchFamily="82" charset="77"/>
                <a:cs typeface="Times New Roman" panose="02020603050405020304" pitchFamily="18" charset="0"/>
              </a:rPr>
              <a:pPr algn="ctr"/>
              <a:t>‹#›</a:t>
            </a:fld>
            <a:endParaRPr lang="en-US" sz="1200" b="0" cap="none" spc="0" dirty="0">
              <a:ln w="6350">
                <a:solidFill>
                  <a:srgbClr val="0020A5"/>
                </a:solidFill>
                <a:prstDash val="solid"/>
              </a:ln>
              <a:solidFill>
                <a:srgbClr val="0020A5"/>
              </a:solidFill>
              <a:effectLst/>
              <a:latin typeface="Obviously Wide Thin" pitchFamily="82" charset="77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8AC081-6332-7B15-9453-BA890FE911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UNIVERSITY OF FLORIDA HERBERT WERTHEIM COLLEGE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41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ight Image - Left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266E-F2F9-FF4C-991B-6C20BE34A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50" baseline="0">
                <a:solidFill>
                  <a:srgbClr val="011FA3"/>
                </a:solidFill>
              </a:defRPr>
            </a:lvl1pPr>
          </a:lstStyle>
          <a:p>
            <a:r>
              <a:rPr lang="en-US" dirty="0"/>
              <a:t>CLICK TO EDIT TITLE. ADD FIGURE/IMAGE TO 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2793-80B0-0E41-8554-1C4620C7C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680" y="982218"/>
            <a:ext cx="5715000" cy="5385876"/>
          </a:xfrm>
        </p:spPr>
        <p:txBody>
          <a:bodyPr/>
          <a:lstStyle>
            <a:lvl1pPr>
              <a:lnSpc>
                <a:spcPct val="100000"/>
              </a:lnSpc>
              <a:buClr>
                <a:srgbClr val="ED7C24"/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buClr>
                <a:srgbClr val="ED7C24"/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buClr>
                <a:srgbClr val="ED7C24"/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buClr>
                <a:srgbClr val="ED7C24"/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buClr>
                <a:srgbClr val="ED7C24"/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ECA9BC-F6A6-8D5F-7B80-D6F844E6520D}"/>
              </a:ext>
            </a:extLst>
          </p:cNvPr>
          <p:cNvCxnSpPr>
            <a:cxnSpLocks/>
          </p:cNvCxnSpPr>
          <p:nvPr userDrawn="1"/>
        </p:nvCxnSpPr>
        <p:spPr>
          <a:xfrm>
            <a:off x="381000" y="6603764"/>
            <a:ext cx="11429360" cy="0"/>
          </a:xfrm>
          <a:prstGeom prst="line">
            <a:avLst/>
          </a:prstGeom>
          <a:ln w="6350">
            <a:solidFill>
              <a:srgbClr val="002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E3F7E12-E987-DA33-D7EE-00D7B41C7A41}"/>
              </a:ext>
            </a:extLst>
          </p:cNvPr>
          <p:cNvSpPr/>
          <p:nvPr userDrawn="1"/>
        </p:nvSpPr>
        <p:spPr>
          <a:xfrm>
            <a:off x="10909727" y="6375164"/>
            <a:ext cx="533156" cy="4572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2C1F30D-AA61-1744-8D47-4C310974E5D8}" type="slidenum">
              <a:rPr lang="en-US" sz="1200" b="0" cap="none" spc="0" smtClean="0">
                <a:ln w="6350">
                  <a:solidFill>
                    <a:srgbClr val="0020A5"/>
                  </a:solidFill>
                  <a:prstDash val="solid"/>
                </a:ln>
                <a:solidFill>
                  <a:srgbClr val="0020A5"/>
                </a:solidFill>
                <a:effectLst/>
                <a:latin typeface="Obviously Wide Thin" pitchFamily="82" charset="77"/>
                <a:cs typeface="Times New Roman" panose="02020603050405020304" pitchFamily="18" charset="0"/>
              </a:rPr>
              <a:pPr algn="ctr"/>
              <a:t>‹#›</a:t>
            </a:fld>
            <a:endParaRPr lang="en-US" sz="1200" b="0" cap="none" spc="0" dirty="0">
              <a:ln w="6350">
                <a:solidFill>
                  <a:srgbClr val="0020A5"/>
                </a:solidFill>
                <a:prstDash val="solid"/>
              </a:ln>
              <a:solidFill>
                <a:srgbClr val="0020A5"/>
              </a:solidFill>
              <a:effectLst/>
              <a:latin typeface="Obviously Wide Thin" pitchFamily="82" charset="77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CDF64-C4BA-4AED-636D-DDEE51F3EF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UNIVERSITY OF FLORIDA HERBERT WERTHEIM COLLEGE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25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266E-F2F9-FF4C-991B-6C20BE34A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50" baseline="0">
                <a:solidFill>
                  <a:srgbClr val="011FA3"/>
                </a:solidFill>
              </a:defRPr>
            </a:lvl1pPr>
          </a:lstStyle>
          <a:p>
            <a:r>
              <a:rPr lang="en-US" dirty="0"/>
              <a:t>CLICK TO EDIT TITLE OF BLANK SLIDE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6CC873-035B-680D-A51F-DBEB117E39EA}"/>
              </a:ext>
            </a:extLst>
          </p:cNvPr>
          <p:cNvCxnSpPr>
            <a:cxnSpLocks/>
          </p:cNvCxnSpPr>
          <p:nvPr userDrawn="1"/>
        </p:nvCxnSpPr>
        <p:spPr>
          <a:xfrm>
            <a:off x="381000" y="6603764"/>
            <a:ext cx="11429360" cy="0"/>
          </a:xfrm>
          <a:prstGeom prst="line">
            <a:avLst/>
          </a:prstGeom>
          <a:ln w="6350">
            <a:solidFill>
              <a:srgbClr val="002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5F29D9C-EC3A-5BCF-7679-272199800EC5}"/>
              </a:ext>
            </a:extLst>
          </p:cNvPr>
          <p:cNvSpPr/>
          <p:nvPr userDrawn="1"/>
        </p:nvSpPr>
        <p:spPr>
          <a:xfrm>
            <a:off x="10909727" y="6375164"/>
            <a:ext cx="533156" cy="4572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2C1F30D-AA61-1744-8D47-4C310974E5D8}" type="slidenum">
              <a:rPr lang="en-US" sz="1200" b="0" cap="none" spc="0" smtClean="0">
                <a:ln w="6350">
                  <a:solidFill>
                    <a:srgbClr val="0020A5"/>
                  </a:solidFill>
                  <a:prstDash val="solid"/>
                </a:ln>
                <a:solidFill>
                  <a:srgbClr val="0020A5"/>
                </a:solidFill>
                <a:effectLst/>
                <a:latin typeface="Obviously Wide Thin" pitchFamily="82" charset="77"/>
                <a:cs typeface="Times New Roman" panose="02020603050405020304" pitchFamily="18" charset="0"/>
              </a:rPr>
              <a:pPr algn="ctr"/>
              <a:t>‹#›</a:t>
            </a:fld>
            <a:endParaRPr lang="en-US" sz="1200" b="0" cap="none" spc="0" dirty="0">
              <a:ln w="6350">
                <a:solidFill>
                  <a:srgbClr val="0020A5"/>
                </a:solidFill>
                <a:prstDash val="solid"/>
              </a:ln>
              <a:solidFill>
                <a:srgbClr val="0020A5"/>
              </a:solidFill>
              <a:effectLst/>
              <a:latin typeface="Obviously Wide Thin" pitchFamily="82" charset="77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C289F-F513-E932-C7E0-988D4C3B4A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UNIVERSITY OF FLORIDA HERBERT WERTHEIM COLLEGE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73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FAAFF7A-C24D-BEB2-4C1B-6B311768B394}"/>
              </a:ext>
            </a:extLst>
          </p:cNvPr>
          <p:cNvCxnSpPr>
            <a:cxnSpLocks/>
          </p:cNvCxnSpPr>
          <p:nvPr userDrawn="1"/>
        </p:nvCxnSpPr>
        <p:spPr>
          <a:xfrm>
            <a:off x="381000" y="6603764"/>
            <a:ext cx="11429360" cy="0"/>
          </a:xfrm>
          <a:prstGeom prst="line">
            <a:avLst/>
          </a:prstGeom>
          <a:ln w="6350">
            <a:solidFill>
              <a:srgbClr val="002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7AE03CC-08AF-A0BF-8E3C-A3A427B68C1A}"/>
              </a:ext>
            </a:extLst>
          </p:cNvPr>
          <p:cNvSpPr/>
          <p:nvPr userDrawn="1"/>
        </p:nvSpPr>
        <p:spPr>
          <a:xfrm>
            <a:off x="10909727" y="6375164"/>
            <a:ext cx="533156" cy="4572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2C1F30D-AA61-1744-8D47-4C310974E5D8}" type="slidenum">
              <a:rPr lang="en-US" sz="1200" b="0" cap="none" spc="0" smtClean="0">
                <a:ln w="6350">
                  <a:solidFill>
                    <a:srgbClr val="0020A5"/>
                  </a:solidFill>
                  <a:prstDash val="solid"/>
                </a:ln>
                <a:solidFill>
                  <a:srgbClr val="0020A5"/>
                </a:solidFill>
                <a:effectLst/>
                <a:latin typeface="Obviously Wide Thin" pitchFamily="82" charset="77"/>
                <a:cs typeface="Times New Roman" panose="02020603050405020304" pitchFamily="18" charset="0"/>
              </a:rPr>
              <a:pPr algn="ctr"/>
              <a:t>‹#›</a:t>
            </a:fld>
            <a:endParaRPr lang="en-US" sz="1200" b="0" cap="none" spc="0" dirty="0">
              <a:ln w="6350">
                <a:solidFill>
                  <a:srgbClr val="0020A5"/>
                </a:solidFill>
                <a:prstDash val="solid"/>
              </a:ln>
              <a:solidFill>
                <a:srgbClr val="0020A5"/>
              </a:solidFill>
              <a:effectLst/>
              <a:latin typeface="Obviously Wide Thin" pitchFamily="82" charset="77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2E67C4-08EB-6C98-8B4D-C3FA47F2A7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UNIVERSITY OF FLORIDA HERBERT WERTHEIM COLLEGE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04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ad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266E-F2F9-FF4C-991B-6C20BE34A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7719" y="160430"/>
            <a:ext cx="10862635" cy="509286"/>
          </a:xfrm>
        </p:spPr>
        <p:txBody>
          <a:bodyPr/>
          <a:lstStyle>
            <a:lvl1pPr>
              <a:defRPr spc="50" baseline="0">
                <a:solidFill>
                  <a:srgbClr val="011FA3"/>
                </a:solidFill>
              </a:defRPr>
            </a:lvl1pPr>
          </a:lstStyle>
          <a:p>
            <a:r>
              <a:rPr lang="en-US" dirty="0"/>
              <a:t>CLICK TO EDIT QUAD CHART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2793-80B0-0E41-8554-1C4620C7C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93902"/>
            <a:ext cx="5517993" cy="2123434"/>
          </a:xfrm>
        </p:spPr>
        <p:txBody>
          <a:bodyPr tIns="45720" rIns="18288" bIns="18288">
            <a:normAutofit/>
          </a:bodyPr>
          <a:lstStyle>
            <a:lvl1pPr>
              <a:lnSpc>
                <a:spcPct val="100000"/>
              </a:lnSpc>
              <a:buClr>
                <a:srgbClr val="ED7C24"/>
              </a:buCl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buClr>
                <a:srgbClr val="ED7C24"/>
              </a:buCl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buClr>
                <a:srgbClr val="ED7C24"/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buClr>
                <a:srgbClr val="ED7C24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buClr>
                <a:srgbClr val="ED7C24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3F7E12-E987-DA33-D7EE-00D7B41C7A41}"/>
              </a:ext>
            </a:extLst>
          </p:cNvPr>
          <p:cNvSpPr/>
          <p:nvPr userDrawn="1"/>
        </p:nvSpPr>
        <p:spPr>
          <a:xfrm>
            <a:off x="11389319" y="6375164"/>
            <a:ext cx="533156" cy="4572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2C1F30D-AA61-1744-8D47-4C310974E5D8}" type="slidenum">
              <a:rPr lang="en-US" sz="1200" b="0" cap="none" spc="0" smtClean="0">
                <a:ln w="6350">
                  <a:solidFill>
                    <a:srgbClr val="0020A5"/>
                  </a:solidFill>
                  <a:prstDash val="solid"/>
                </a:ln>
                <a:solidFill>
                  <a:srgbClr val="0020A5"/>
                </a:solidFill>
                <a:effectLst/>
                <a:latin typeface="Obviously Wide Thin" pitchFamily="82" charset="77"/>
                <a:cs typeface="Times New Roman" panose="02020603050405020304" pitchFamily="18" charset="0"/>
              </a:rPr>
              <a:pPr algn="ctr"/>
              <a:t>‹#›</a:t>
            </a:fld>
            <a:endParaRPr lang="en-US" sz="1200" b="0" cap="none" spc="0" dirty="0">
              <a:ln w="6350">
                <a:solidFill>
                  <a:srgbClr val="0020A5"/>
                </a:solidFill>
                <a:prstDash val="solid"/>
              </a:ln>
              <a:solidFill>
                <a:srgbClr val="0020A5"/>
              </a:solidFill>
              <a:effectLst/>
              <a:latin typeface="Obviously Wide Thin" pitchFamily="82" charset="7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4DC7E-A8D1-B8A6-9C35-F80F3DEE1687}"/>
              </a:ext>
            </a:extLst>
          </p:cNvPr>
          <p:cNvSpPr txBox="1"/>
          <p:nvPr userDrawn="1"/>
        </p:nvSpPr>
        <p:spPr>
          <a:xfrm>
            <a:off x="438439" y="6491403"/>
            <a:ext cx="125589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spAutoFit/>
          </a:bodyPr>
          <a:lstStyle/>
          <a:p>
            <a:pPr algn="l"/>
            <a:r>
              <a:rPr lang="en-US" sz="1100" b="1" i="0" dirty="0">
                <a:solidFill>
                  <a:srgbClr val="0020A5"/>
                </a:solidFill>
                <a:latin typeface="Obviously Wide Semi" pitchFamily="82" charset="77"/>
              </a:rPr>
              <a:t>CONTACT: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765A49-171B-1351-6B96-7339A5204F92}"/>
              </a:ext>
            </a:extLst>
          </p:cNvPr>
          <p:cNvCxnSpPr>
            <a:cxnSpLocks/>
          </p:cNvCxnSpPr>
          <p:nvPr userDrawn="1"/>
        </p:nvCxnSpPr>
        <p:spPr>
          <a:xfrm>
            <a:off x="381000" y="3611927"/>
            <a:ext cx="11429360" cy="0"/>
          </a:xfrm>
          <a:prstGeom prst="line">
            <a:avLst/>
          </a:prstGeom>
          <a:ln w="6350">
            <a:solidFill>
              <a:srgbClr val="002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71C8AE-B5DF-2B2F-2E7F-F4D3352A4944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898425"/>
            <a:ext cx="0" cy="5347432"/>
          </a:xfrm>
          <a:prstGeom prst="line">
            <a:avLst/>
          </a:prstGeom>
          <a:ln w="6350">
            <a:solidFill>
              <a:srgbClr val="002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89236E-F34B-9F64-198D-7608568E5C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999" y="943459"/>
            <a:ext cx="5517985" cy="450438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B7FA42-C6BD-904F-187B-DB80C688AE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439" y="160433"/>
            <a:ext cx="509281" cy="509281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4E2600-2B82-B196-A763-B9ACAFF9A6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10558" y="6491403"/>
            <a:ext cx="8125104" cy="26161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Gentona Book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Names, affiliations, departments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D1C068E-47D5-FD2C-1C79-8F8B705C36F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81000" y="4164814"/>
            <a:ext cx="5517993" cy="2123434"/>
          </a:xfrm>
        </p:spPr>
        <p:txBody>
          <a:bodyPr tIns="45720" rIns="18288" bIns="18288">
            <a:normAutofit/>
          </a:bodyPr>
          <a:lstStyle>
            <a:lvl1pPr>
              <a:lnSpc>
                <a:spcPct val="100000"/>
              </a:lnSpc>
              <a:buClr>
                <a:srgbClr val="ED7C24"/>
              </a:buCl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buClr>
                <a:srgbClr val="ED7C24"/>
              </a:buCl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buClr>
                <a:srgbClr val="ED7C24"/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buClr>
                <a:srgbClr val="ED7C24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buClr>
                <a:srgbClr val="ED7C24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63B9B02-4EEA-6386-A0F8-DA48924B8C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0999" y="3714371"/>
            <a:ext cx="5517985" cy="450438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DE5150D-7454-2855-F814-1A4AD1422B4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01509" y="4164814"/>
            <a:ext cx="5517993" cy="2123434"/>
          </a:xfrm>
        </p:spPr>
        <p:txBody>
          <a:bodyPr tIns="45720" rIns="18288" bIns="18288">
            <a:normAutofit/>
          </a:bodyPr>
          <a:lstStyle>
            <a:lvl1pPr>
              <a:lnSpc>
                <a:spcPct val="100000"/>
              </a:lnSpc>
              <a:buClr>
                <a:srgbClr val="ED7C24"/>
              </a:buCl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buClr>
                <a:srgbClr val="ED7C24"/>
              </a:buCl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buClr>
                <a:srgbClr val="ED7C24"/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buClr>
                <a:srgbClr val="ED7C24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buClr>
                <a:srgbClr val="ED7C24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B2BAC9D2-43F4-4073-EA7B-416024ED49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1508" y="3714371"/>
            <a:ext cx="5517985" cy="450438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190E052-3969-6271-3FDF-F95FA80B50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00788" y="942975"/>
            <a:ext cx="5510212" cy="2574925"/>
          </a:xfrm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an</a:t>
            </a:r>
            <a:br>
              <a:rPr lang="en-US" dirty="0"/>
            </a:br>
            <a:r>
              <a:rPr lang="en-US" dirty="0"/>
              <a:t>image, figure, or illustration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5D2FD6D6-620E-2DF7-6D9F-141100CA75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35671" y="6491403"/>
            <a:ext cx="1507276" cy="261610"/>
          </a:xfrm>
          <a:solidFill>
            <a:schemeClr val="bg1"/>
          </a:solidFill>
        </p:spPr>
        <p:txBody>
          <a:bodyPr wrap="square" rtlCol="0" anchor="ctr" anchorCtr="0">
            <a:spAutoFit/>
          </a:bodyPr>
          <a:lstStyle>
            <a:lvl1pPr marL="0" indent="0" algn="ctr">
              <a:buNone/>
              <a:defRPr lang="en-US" sz="1100" b="1" i="0" dirty="0">
                <a:solidFill>
                  <a:srgbClr val="0020A5"/>
                </a:solidFill>
                <a:latin typeface="Obviously Wide Semi" pitchFamily="82" charset="77"/>
              </a:defRPr>
            </a:lvl1pPr>
          </a:lstStyle>
          <a:p>
            <a:pPr marL="0" lvl="0"/>
            <a:r>
              <a:rPr lang="en-US" dirty="0"/>
              <a:t>XX/XX/20XX</a:t>
            </a:r>
          </a:p>
        </p:txBody>
      </p:sp>
    </p:spTree>
    <p:extLst>
      <p:ext uri="{BB962C8B-B14F-4D97-AF65-F5344CB8AC3E}">
        <p14:creationId xmlns:p14="http://schemas.microsoft.com/office/powerpoint/2010/main" val="44712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Chart for Pla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B2752-F04A-FE11-BBF0-F45CD4F75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50" baseline="0"/>
            </a:lvl1pPr>
          </a:lstStyle>
          <a:p>
            <a:r>
              <a:rPr lang="en-US" dirty="0"/>
              <a:t>CLICK TO EDIT QUAD CHART TITLE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201494-D9B1-10DB-B52A-822F8F06267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95081" y="1271246"/>
            <a:ext cx="9601200" cy="4800600"/>
            <a:chOff x="609280" y="945242"/>
            <a:chExt cx="10973120" cy="549236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9BBB07B-4464-A3BC-B007-6898C6B7FDEA}"/>
                </a:ext>
              </a:extLst>
            </p:cNvPr>
            <p:cNvSpPr>
              <a:spLocks/>
            </p:cNvSpPr>
            <p:nvPr userDrawn="1"/>
          </p:nvSpPr>
          <p:spPr>
            <a:xfrm>
              <a:off x="609280" y="945242"/>
              <a:ext cx="10972795" cy="5486400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>
              <a:normAutofit/>
            </a:bodyPr>
            <a:lstStyle/>
            <a:p>
              <a:pPr algn="ctr"/>
              <a:endParaRPr lang="en-US" dirty="0" err="1">
                <a:solidFill>
                  <a:schemeClr val="tx1"/>
                </a:solidFill>
                <a:latin typeface="Gentona Book" pitchFamily="2" charset="77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1D903F7-D4C3-74D9-9986-735EAAFE5B9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" y="3694405"/>
              <a:ext cx="10972800" cy="0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D968636-D021-94A1-F5A9-5C64639731E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951205"/>
              <a:ext cx="0" cy="5486400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5427457-21F4-1058-48D6-7FB09B2FB206}"/>
              </a:ext>
            </a:extLst>
          </p:cNvPr>
          <p:cNvSpPr txBox="1"/>
          <p:nvPr userDrawn="1"/>
        </p:nvSpPr>
        <p:spPr>
          <a:xfrm>
            <a:off x="1294797" y="6066634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Gentona Book" pitchFamily="2" charset="77"/>
              </a:rPr>
              <a:t>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963337-E7BB-134D-08B0-B6002A4B259C}"/>
              </a:ext>
            </a:extLst>
          </p:cNvPr>
          <p:cNvSpPr txBox="1"/>
          <p:nvPr userDrawn="1"/>
        </p:nvSpPr>
        <p:spPr>
          <a:xfrm>
            <a:off x="10184356" y="6066634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Gentona Book" pitchFamily="2" charset="77"/>
              </a:rPr>
              <a:t>HIGH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3F5C04-40A0-5229-F4DF-09DF6229CB59}"/>
              </a:ext>
            </a:extLst>
          </p:cNvPr>
          <p:cNvSpPr txBox="1"/>
          <p:nvPr userDrawn="1"/>
        </p:nvSpPr>
        <p:spPr>
          <a:xfrm rot="16200000">
            <a:off x="753975" y="1438024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Gentona Book" pitchFamily="2" charset="77"/>
              </a:rPr>
              <a:t>HIGH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DFE3E8-9A7F-4E73-E007-C51FB09FC6E2}"/>
              </a:ext>
            </a:extLst>
          </p:cNvPr>
          <p:cNvSpPr txBox="1"/>
          <p:nvPr userDrawn="1"/>
        </p:nvSpPr>
        <p:spPr>
          <a:xfrm rot="16200000">
            <a:off x="778822" y="5532946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Gentona Book" pitchFamily="2" charset="77"/>
              </a:rPr>
              <a:t>LOW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2B2A994-7935-B05D-7232-7A537C58DD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095" y="6076716"/>
            <a:ext cx="5016887" cy="3592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/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Click to edit the MEASURE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5927FC2-5CC3-BC38-296D-E6D4B80741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-564413" y="3497907"/>
            <a:ext cx="3348660" cy="369333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pPr marL="228600" lvl="0" indent="-228600" algn="ctr"/>
            <a:r>
              <a:rPr lang="en-US" dirty="0"/>
              <a:t>Click to edit the MEASURE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AEA73A6-651E-69AD-99B3-6B6C84BD28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3813" y="1266824"/>
            <a:ext cx="4802187" cy="36932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Action or Activity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67721F55-3950-2B5F-1F4D-00349E2665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0498" y="1266824"/>
            <a:ext cx="4802187" cy="36932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Action or Activity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42E54725-4E58-BF96-703E-6BE422BB8F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813" y="5695700"/>
            <a:ext cx="4802187" cy="36932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Action or Activity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3EAD869-F40D-E0E6-CD77-D551FBD5E2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80498" y="5695700"/>
            <a:ext cx="4802187" cy="36932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Action or Activity</a:t>
            </a:r>
          </a:p>
        </p:txBody>
      </p:sp>
    </p:spTree>
    <p:extLst>
      <p:ext uri="{BB962C8B-B14F-4D97-AF65-F5344CB8AC3E}">
        <p14:creationId xmlns:p14="http://schemas.microsoft.com/office/powerpoint/2010/main" val="105029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Layer St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266E-F2F9-FF4C-991B-6C20BE34A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6445" y="1115886"/>
            <a:ext cx="6750633" cy="843717"/>
          </a:xfrm>
        </p:spPr>
        <p:txBody>
          <a:bodyPr/>
          <a:lstStyle>
            <a:lvl1pPr>
              <a:defRPr spc="50" baseline="0">
                <a:solidFill>
                  <a:srgbClr val="011FA3"/>
                </a:solidFill>
              </a:defRPr>
            </a:lvl1pPr>
          </a:lstStyle>
          <a:p>
            <a:r>
              <a:rPr lang="en-US" dirty="0"/>
              <a:t>CLICK TO EDIT 5-STACK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6CC873-035B-680D-A51F-DBEB117E39EA}"/>
              </a:ext>
            </a:extLst>
          </p:cNvPr>
          <p:cNvCxnSpPr>
            <a:cxnSpLocks/>
          </p:cNvCxnSpPr>
          <p:nvPr userDrawn="1"/>
        </p:nvCxnSpPr>
        <p:spPr>
          <a:xfrm>
            <a:off x="381000" y="6603764"/>
            <a:ext cx="11429360" cy="0"/>
          </a:xfrm>
          <a:prstGeom prst="line">
            <a:avLst/>
          </a:prstGeom>
          <a:ln w="6350">
            <a:solidFill>
              <a:srgbClr val="002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5F29D9C-EC3A-5BCF-7679-272199800EC5}"/>
              </a:ext>
            </a:extLst>
          </p:cNvPr>
          <p:cNvSpPr/>
          <p:nvPr userDrawn="1"/>
        </p:nvSpPr>
        <p:spPr>
          <a:xfrm>
            <a:off x="10909727" y="6375164"/>
            <a:ext cx="533156" cy="4572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2C1F30D-AA61-1744-8D47-4C310974E5D8}" type="slidenum">
              <a:rPr lang="en-US" sz="1200" b="0" cap="none" spc="0" smtClean="0">
                <a:ln w="6350">
                  <a:solidFill>
                    <a:srgbClr val="0020A5"/>
                  </a:solidFill>
                  <a:prstDash val="solid"/>
                </a:ln>
                <a:solidFill>
                  <a:srgbClr val="0020A5"/>
                </a:solidFill>
                <a:effectLst/>
                <a:latin typeface="Obviously Wide Thin" pitchFamily="82" charset="77"/>
                <a:cs typeface="Times New Roman" panose="02020603050405020304" pitchFamily="18" charset="0"/>
              </a:rPr>
              <a:pPr algn="ctr"/>
              <a:t>‹#›</a:t>
            </a:fld>
            <a:endParaRPr lang="en-US" sz="1200" b="0" cap="none" spc="0" dirty="0">
              <a:ln w="6350">
                <a:solidFill>
                  <a:srgbClr val="0020A5"/>
                </a:solidFill>
                <a:prstDash val="solid"/>
              </a:ln>
              <a:solidFill>
                <a:srgbClr val="0020A5"/>
              </a:solidFill>
              <a:effectLst/>
              <a:latin typeface="Obviously Wide Thin" pitchFamily="82" charset="77"/>
              <a:cs typeface="Times New Roman" panose="02020603050405020304" pitchFamily="18" charset="0"/>
            </a:endParaRPr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A95DA327-68F3-AE4F-51C5-F161954C5DE0}"/>
              </a:ext>
            </a:extLst>
          </p:cNvPr>
          <p:cNvSpPr/>
          <p:nvPr userDrawn="1"/>
        </p:nvSpPr>
        <p:spPr>
          <a:xfrm>
            <a:off x="381000" y="3804413"/>
            <a:ext cx="4339244" cy="1618488"/>
          </a:xfrm>
          <a:prstGeom prst="cube">
            <a:avLst>
              <a:gd name="adj" fmla="val 85739"/>
            </a:avLst>
          </a:prstGeom>
          <a:solidFill>
            <a:srgbClr val="E4A335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FD12B8-2026-900A-9125-109E520C17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6446" y="4976979"/>
            <a:ext cx="6653914" cy="661454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Stack Layer 1</a:t>
            </a:r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8DC99B74-3B34-E12A-049A-AC6E62DC0E92}"/>
              </a:ext>
            </a:extLst>
          </p:cNvPr>
          <p:cNvSpPr/>
          <p:nvPr userDrawn="1"/>
        </p:nvSpPr>
        <p:spPr>
          <a:xfrm>
            <a:off x="381000" y="3123453"/>
            <a:ext cx="4339244" cy="1618488"/>
          </a:xfrm>
          <a:prstGeom prst="cube">
            <a:avLst>
              <a:gd name="adj" fmla="val 85739"/>
            </a:avLst>
          </a:prstGeom>
          <a:solidFill>
            <a:srgbClr val="E5972F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4ACB57A7-EA49-F73B-C096-93B1997521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6446" y="4298101"/>
            <a:ext cx="6653914" cy="661454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Stack Layer 2</a:t>
            </a:r>
          </a:p>
        </p:txBody>
      </p:sp>
      <p:sp>
        <p:nvSpPr>
          <p:cNvPr id="34" name="Cube 33">
            <a:extLst>
              <a:ext uri="{FF2B5EF4-FFF2-40B4-BE49-F238E27FC236}">
                <a16:creationId xmlns:a16="http://schemas.microsoft.com/office/drawing/2014/main" id="{C9F70D02-3FF1-DAC8-684A-B23C6E446A86}"/>
              </a:ext>
            </a:extLst>
          </p:cNvPr>
          <p:cNvSpPr/>
          <p:nvPr userDrawn="1"/>
        </p:nvSpPr>
        <p:spPr>
          <a:xfrm>
            <a:off x="381000" y="2462392"/>
            <a:ext cx="4339244" cy="1618488"/>
          </a:xfrm>
          <a:prstGeom prst="cube">
            <a:avLst>
              <a:gd name="adj" fmla="val 85739"/>
            </a:avLst>
          </a:prstGeom>
          <a:solidFill>
            <a:srgbClr val="E88B2A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CCCED063-138D-9FC3-7A39-07F248F84B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6446" y="3637040"/>
            <a:ext cx="6653914" cy="661454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Stack Layer 3</a:t>
            </a:r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5AF4EC79-ECE1-AE89-4AD1-0031F9948BEC}"/>
              </a:ext>
            </a:extLst>
          </p:cNvPr>
          <p:cNvSpPr/>
          <p:nvPr userDrawn="1"/>
        </p:nvSpPr>
        <p:spPr>
          <a:xfrm>
            <a:off x="381000" y="1789953"/>
            <a:ext cx="4339244" cy="1618488"/>
          </a:xfrm>
          <a:prstGeom prst="cube">
            <a:avLst>
              <a:gd name="adj" fmla="val 85739"/>
            </a:avLst>
          </a:prstGeom>
          <a:solidFill>
            <a:srgbClr val="EA8426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50762ECD-ED17-0A94-B170-E0DBBA2AD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6446" y="2964601"/>
            <a:ext cx="6653914" cy="661454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Stack Layer 4</a:t>
            </a:r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DCCFBEC3-0A50-AD77-A409-B33DD4A1A37D}"/>
              </a:ext>
            </a:extLst>
          </p:cNvPr>
          <p:cNvSpPr/>
          <p:nvPr userDrawn="1"/>
        </p:nvSpPr>
        <p:spPr>
          <a:xfrm>
            <a:off x="381000" y="1120028"/>
            <a:ext cx="4339244" cy="1618488"/>
          </a:xfrm>
          <a:prstGeom prst="cube">
            <a:avLst>
              <a:gd name="adj" fmla="val 85739"/>
            </a:avLst>
          </a:prstGeom>
          <a:solidFill>
            <a:srgbClr val="ED7E24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A5753F21-603F-F5AB-F361-B82EB6A8C6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6446" y="2294676"/>
            <a:ext cx="6653914" cy="661454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Stack Layer 5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699A7C3-D6A1-BE10-AED3-770E6C2E9013}"/>
              </a:ext>
            </a:extLst>
          </p:cNvPr>
          <p:cNvCxnSpPr>
            <a:stCxn id="40" idx="4"/>
            <a:endCxn id="41" idx="1"/>
          </p:cNvCxnSpPr>
          <p:nvPr userDrawn="1"/>
        </p:nvCxnSpPr>
        <p:spPr>
          <a:xfrm>
            <a:off x="3332569" y="2623110"/>
            <a:ext cx="1823877" cy="22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625FE7-DCE0-536A-3A91-32A553EE8A69}"/>
              </a:ext>
            </a:extLst>
          </p:cNvPr>
          <p:cNvCxnSpPr>
            <a:cxnSpLocks/>
            <a:stCxn id="37" idx="4"/>
            <a:endCxn id="38" idx="1"/>
          </p:cNvCxnSpPr>
          <p:nvPr userDrawn="1"/>
        </p:nvCxnSpPr>
        <p:spPr>
          <a:xfrm>
            <a:off x="3332569" y="3293035"/>
            <a:ext cx="1823877" cy="22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5AEA048-BA51-8E85-CA49-8CD5C5B122A4}"/>
              </a:ext>
            </a:extLst>
          </p:cNvPr>
          <p:cNvCxnSpPr>
            <a:cxnSpLocks/>
            <a:stCxn id="34" idx="4"/>
            <a:endCxn id="35" idx="1"/>
          </p:cNvCxnSpPr>
          <p:nvPr userDrawn="1"/>
        </p:nvCxnSpPr>
        <p:spPr>
          <a:xfrm>
            <a:off x="3332569" y="3965474"/>
            <a:ext cx="1823877" cy="22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4584CA9-2FBC-0BBE-1DA1-4806C46A6E24}"/>
              </a:ext>
            </a:extLst>
          </p:cNvPr>
          <p:cNvCxnSpPr>
            <a:cxnSpLocks/>
            <a:stCxn id="24" idx="4"/>
            <a:endCxn id="25" idx="1"/>
          </p:cNvCxnSpPr>
          <p:nvPr userDrawn="1"/>
        </p:nvCxnSpPr>
        <p:spPr>
          <a:xfrm>
            <a:off x="3332569" y="4626535"/>
            <a:ext cx="1823877" cy="22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989CCD6-98D2-D038-1CE1-B939820D1EE4}"/>
              </a:ext>
            </a:extLst>
          </p:cNvPr>
          <p:cNvCxnSpPr>
            <a:cxnSpLocks/>
            <a:stCxn id="6" idx="4"/>
            <a:endCxn id="10" idx="1"/>
          </p:cNvCxnSpPr>
          <p:nvPr userDrawn="1"/>
        </p:nvCxnSpPr>
        <p:spPr>
          <a:xfrm>
            <a:off x="3332569" y="5307495"/>
            <a:ext cx="1823877" cy="2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66887-46C4-EBD6-110E-51C10C0D96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UNIVERSITY OF FLORIDA HERBERT WERTHEIM COLLEGE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11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 Layer St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41B59-A56A-818C-1B0A-75AE83D844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6444" y="405354"/>
            <a:ext cx="6653913" cy="91440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2400" b="1" i="0" spc="50" baseline="0" dirty="0">
                <a:solidFill>
                  <a:srgbClr val="011FA3"/>
                </a:solidFill>
                <a:latin typeface="Obviously Wide Semi" pitchFamily="82" charset="77"/>
                <a:ea typeface="+mj-ea"/>
                <a:cs typeface="+mj-cs"/>
              </a:defRPr>
            </a:lvl1pPr>
          </a:lstStyle>
          <a:p>
            <a:r>
              <a:rPr lang="en-US" dirty="0"/>
              <a:t>CLICK TO EDIT 7-STACK TITLE</a:t>
            </a:r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A95DA327-68F3-AE4F-51C5-F161954C5DE0}"/>
              </a:ext>
            </a:extLst>
          </p:cNvPr>
          <p:cNvSpPr/>
          <p:nvPr userDrawn="1"/>
        </p:nvSpPr>
        <p:spPr>
          <a:xfrm>
            <a:off x="381000" y="4479868"/>
            <a:ext cx="4339244" cy="1618488"/>
          </a:xfrm>
          <a:prstGeom prst="cube">
            <a:avLst>
              <a:gd name="adj" fmla="val 85739"/>
            </a:avLst>
          </a:prstGeom>
          <a:solidFill>
            <a:srgbClr val="E39F33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FD12B8-2026-900A-9125-109E520C17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6446" y="5652434"/>
            <a:ext cx="6653914" cy="661454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Stack Layer 1</a:t>
            </a:r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8DC99B74-3B34-E12A-049A-AC6E62DC0E92}"/>
              </a:ext>
            </a:extLst>
          </p:cNvPr>
          <p:cNvSpPr/>
          <p:nvPr userDrawn="1"/>
        </p:nvSpPr>
        <p:spPr>
          <a:xfrm>
            <a:off x="381000" y="3798908"/>
            <a:ext cx="4339244" cy="1618488"/>
          </a:xfrm>
          <a:prstGeom prst="cube">
            <a:avLst>
              <a:gd name="adj" fmla="val 85739"/>
            </a:avLst>
          </a:prstGeom>
          <a:solidFill>
            <a:srgbClr val="E59930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4ACB57A7-EA49-F73B-C096-93B1997521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6446" y="4973556"/>
            <a:ext cx="6653914" cy="661454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Stack Layer 2</a:t>
            </a:r>
          </a:p>
        </p:txBody>
      </p:sp>
      <p:sp>
        <p:nvSpPr>
          <p:cNvPr id="34" name="Cube 33">
            <a:extLst>
              <a:ext uri="{FF2B5EF4-FFF2-40B4-BE49-F238E27FC236}">
                <a16:creationId xmlns:a16="http://schemas.microsoft.com/office/drawing/2014/main" id="{C9F70D02-3FF1-DAC8-684A-B23C6E446A86}"/>
              </a:ext>
            </a:extLst>
          </p:cNvPr>
          <p:cNvSpPr/>
          <p:nvPr userDrawn="1"/>
        </p:nvSpPr>
        <p:spPr>
          <a:xfrm>
            <a:off x="381000" y="3137847"/>
            <a:ext cx="4339244" cy="1618488"/>
          </a:xfrm>
          <a:prstGeom prst="cube">
            <a:avLst>
              <a:gd name="adj" fmla="val 85739"/>
            </a:avLst>
          </a:prstGeom>
          <a:solidFill>
            <a:srgbClr val="E7932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CCCED063-138D-9FC3-7A39-07F248F84B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6446" y="4312495"/>
            <a:ext cx="6653914" cy="661454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Stack Layer 3</a:t>
            </a:r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5AF4EC79-ECE1-AE89-4AD1-0031F9948BEC}"/>
              </a:ext>
            </a:extLst>
          </p:cNvPr>
          <p:cNvSpPr/>
          <p:nvPr userDrawn="1"/>
        </p:nvSpPr>
        <p:spPr>
          <a:xfrm>
            <a:off x="381000" y="2465408"/>
            <a:ext cx="4339244" cy="1618488"/>
          </a:xfrm>
          <a:prstGeom prst="cube">
            <a:avLst>
              <a:gd name="adj" fmla="val 85739"/>
            </a:avLst>
          </a:prstGeom>
          <a:solidFill>
            <a:srgbClr val="EA8426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50762ECD-ED17-0A94-B170-E0DBBA2AD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6446" y="3640056"/>
            <a:ext cx="6653914" cy="661454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Stack Layer 4</a:t>
            </a:r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DCCFBEC3-0A50-AD77-A409-B33DD4A1A37D}"/>
              </a:ext>
            </a:extLst>
          </p:cNvPr>
          <p:cNvSpPr/>
          <p:nvPr userDrawn="1"/>
        </p:nvSpPr>
        <p:spPr>
          <a:xfrm>
            <a:off x="381000" y="1795483"/>
            <a:ext cx="4339244" cy="1618488"/>
          </a:xfrm>
          <a:prstGeom prst="cube">
            <a:avLst>
              <a:gd name="adj" fmla="val 85739"/>
            </a:avLst>
          </a:prstGeom>
          <a:solidFill>
            <a:srgbClr val="E98827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A5753F21-603F-F5AB-F361-B82EB6A8C6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6446" y="2970131"/>
            <a:ext cx="6653914" cy="661454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Stack Layer 5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699A7C3-D6A1-BE10-AED3-770E6C2E9013}"/>
              </a:ext>
            </a:extLst>
          </p:cNvPr>
          <p:cNvCxnSpPr>
            <a:stCxn id="40" idx="4"/>
            <a:endCxn id="41" idx="1"/>
          </p:cNvCxnSpPr>
          <p:nvPr userDrawn="1"/>
        </p:nvCxnSpPr>
        <p:spPr>
          <a:xfrm>
            <a:off x="3332569" y="3298565"/>
            <a:ext cx="1823877" cy="22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625FE7-DCE0-536A-3A91-32A553EE8A69}"/>
              </a:ext>
            </a:extLst>
          </p:cNvPr>
          <p:cNvCxnSpPr>
            <a:cxnSpLocks/>
            <a:stCxn id="37" idx="4"/>
            <a:endCxn id="38" idx="1"/>
          </p:cNvCxnSpPr>
          <p:nvPr userDrawn="1"/>
        </p:nvCxnSpPr>
        <p:spPr>
          <a:xfrm>
            <a:off x="3332569" y="3968490"/>
            <a:ext cx="1823877" cy="22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5AEA048-BA51-8E85-CA49-8CD5C5B122A4}"/>
              </a:ext>
            </a:extLst>
          </p:cNvPr>
          <p:cNvCxnSpPr>
            <a:cxnSpLocks/>
            <a:stCxn id="34" idx="4"/>
            <a:endCxn id="35" idx="1"/>
          </p:cNvCxnSpPr>
          <p:nvPr userDrawn="1"/>
        </p:nvCxnSpPr>
        <p:spPr>
          <a:xfrm>
            <a:off x="3332569" y="4640929"/>
            <a:ext cx="1823877" cy="22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4584CA9-2FBC-0BBE-1DA1-4806C46A6E24}"/>
              </a:ext>
            </a:extLst>
          </p:cNvPr>
          <p:cNvCxnSpPr>
            <a:cxnSpLocks/>
            <a:stCxn id="24" idx="4"/>
            <a:endCxn id="25" idx="1"/>
          </p:cNvCxnSpPr>
          <p:nvPr userDrawn="1"/>
        </p:nvCxnSpPr>
        <p:spPr>
          <a:xfrm>
            <a:off x="3332569" y="5301990"/>
            <a:ext cx="1823877" cy="22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989CCD6-98D2-D038-1CE1-B939820D1EE4}"/>
              </a:ext>
            </a:extLst>
          </p:cNvPr>
          <p:cNvCxnSpPr>
            <a:cxnSpLocks/>
            <a:stCxn id="6" idx="4"/>
            <a:endCxn id="10" idx="1"/>
          </p:cNvCxnSpPr>
          <p:nvPr userDrawn="1"/>
        </p:nvCxnSpPr>
        <p:spPr>
          <a:xfrm>
            <a:off x="3332569" y="5982950"/>
            <a:ext cx="1823877" cy="2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be 7">
            <a:extLst>
              <a:ext uri="{FF2B5EF4-FFF2-40B4-BE49-F238E27FC236}">
                <a16:creationId xmlns:a16="http://schemas.microsoft.com/office/drawing/2014/main" id="{42065CC7-CA76-CA6A-BC1B-6194E6B32BA9}"/>
              </a:ext>
            </a:extLst>
          </p:cNvPr>
          <p:cNvSpPr/>
          <p:nvPr userDrawn="1"/>
        </p:nvSpPr>
        <p:spPr>
          <a:xfrm>
            <a:off x="381000" y="1132444"/>
            <a:ext cx="4339244" cy="1618488"/>
          </a:xfrm>
          <a:prstGeom prst="cube">
            <a:avLst>
              <a:gd name="adj" fmla="val 85739"/>
            </a:avLst>
          </a:prstGeom>
          <a:solidFill>
            <a:srgbClr val="EB8326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8DEE50B-A2B6-AE9D-A672-80DA746D48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6446" y="2307092"/>
            <a:ext cx="6653914" cy="661454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Stack Layer 6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006E268B-9CFA-CC33-CF9F-F522C9AA964E}"/>
              </a:ext>
            </a:extLst>
          </p:cNvPr>
          <p:cNvSpPr/>
          <p:nvPr userDrawn="1"/>
        </p:nvSpPr>
        <p:spPr>
          <a:xfrm>
            <a:off x="381000" y="462519"/>
            <a:ext cx="4339244" cy="1618488"/>
          </a:xfrm>
          <a:prstGeom prst="cube">
            <a:avLst>
              <a:gd name="adj" fmla="val 85739"/>
            </a:avLst>
          </a:prstGeom>
          <a:solidFill>
            <a:srgbClr val="ED7C24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B364CDD-2B17-5335-C800-D3E2D8AC4A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6446" y="1637167"/>
            <a:ext cx="6653914" cy="661454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Stack Layer 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0B3D12-B5E4-DF16-8075-CC32967B9831}"/>
              </a:ext>
            </a:extLst>
          </p:cNvPr>
          <p:cNvCxnSpPr>
            <a:stCxn id="11" idx="4"/>
            <a:endCxn id="12" idx="1"/>
          </p:cNvCxnSpPr>
          <p:nvPr userDrawn="1"/>
        </p:nvCxnSpPr>
        <p:spPr>
          <a:xfrm>
            <a:off x="3332569" y="1965601"/>
            <a:ext cx="1823877" cy="22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779B92-EA6E-FB78-7ECB-13353CFCAD6D}"/>
              </a:ext>
            </a:extLst>
          </p:cNvPr>
          <p:cNvCxnSpPr>
            <a:cxnSpLocks/>
            <a:stCxn id="8" idx="4"/>
            <a:endCxn id="9" idx="1"/>
          </p:cNvCxnSpPr>
          <p:nvPr userDrawn="1"/>
        </p:nvCxnSpPr>
        <p:spPr>
          <a:xfrm>
            <a:off x="3332569" y="2635526"/>
            <a:ext cx="1823877" cy="22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F96229-3297-550F-9D61-4368112C9388}"/>
              </a:ext>
            </a:extLst>
          </p:cNvPr>
          <p:cNvCxnSpPr>
            <a:cxnSpLocks/>
          </p:cNvCxnSpPr>
          <p:nvPr userDrawn="1"/>
        </p:nvCxnSpPr>
        <p:spPr>
          <a:xfrm>
            <a:off x="381000" y="6603764"/>
            <a:ext cx="11429360" cy="0"/>
          </a:xfrm>
          <a:prstGeom prst="line">
            <a:avLst/>
          </a:prstGeom>
          <a:ln w="6350">
            <a:solidFill>
              <a:srgbClr val="002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1837F02-7ABA-12A6-E3C3-3C21B9AF2235}"/>
              </a:ext>
            </a:extLst>
          </p:cNvPr>
          <p:cNvSpPr/>
          <p:nvPr userDrawn="1"/>
        </p:nvSpPr>
        <p:spPr>
          <a:xfrm>
            <a:off x="10909727" y="6375164"/>
            <a:ext cx="533156" cy="4572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2C1F30D-AA61-1744-8D47-4C310974E5D8}" type="slidenum">
              <a:rPr lang="en-US" sz="1200" b="0" cap="none" spc="0" smtClean="0">
                <a:ln w="6350">
                  <a:solidFill>
                    <a:srgbClr val="0020A5"/>
                  </a:solidFill>
                  <a:prstDash val="solid"/>
                </a:ln>
                <a:solidFill>
                  <a:srgbClr val="0020A5"/>
                </a:solidFill>
                <a:effectLst/>
                <a:latin typeface="Obviously Wide Thin" pitchFamily="82" charset="77"/>
                <a:cs typeface="Times New Roman" panose="02020603050405020304" pitchFamily="18" charset="0"/>
              </a:rPr>
              <a:pPr algn="ctr"/>
              <a:t>‹#›</a:t>
            </a:fld>
            <a:endParaRPr lang="en-US" sz="1200" b="0" cap="none" spc="0" dirty="0">
              <a:ln w="6350">
                <a:solidFill>
                  <a:srgbClr val="0020A5"/>
                </a:solidFill>
                <a:prstDash val="solid"/>
              </a:ln>
              <a:solidFill>
                <a:srgbClr val="0020A5"/>
              </a:solidFill>
              <a:effectLst/>
              <a:latin typeface="Obviously Wide Thin" pitchFamily="82" charset="77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02004-011D-A84C-9419-A99EF4B88F0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UNIVERSITY OF FLORIDA HERBERT WERTHEIM COLLEGE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26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 at a Gl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CF1F2-1EFD-1DE5-DFD9-D7F7F7EFE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50" baseline="0"/>
            </a:lvl1pPr>
          </a:lstStyle>
          <a:p>
            <a:r>
              <a:rPr lang="en-US" dirty="0"/>
              <a:t>CLICK TO EDIT TITLE OF “X AT A GLANCE”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E541AF-5919-CED3-A880-9D662E393A55}"/>
              </a:ext>
            </a:extLst>
          </p:cNvPr>
          <p:cNvGrpSpPr/>
          <p:nvPr userDrawn="1"/>
        </p:nvGrpSpPr>
        <p:grpSpPr>
          <a:xfrm>
            <a:off x="369276" y="1125415"/>
            <a:ext cx="11427389" cy="4994031"/>
            <a:chOff x="184638" y="1125415"/>
            <a:chExt cx="12007362" cy="499403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AE6177-5AE5-E281-4336-74E5BAF7BBED}"/>
                </a:ext>
              </a:extLst>
            </p:cNvPr>
            <p:cNvCxnSpPr/>
            <p:nvPr/>
          </p:nvCxnSpPr>
          <p:spPr>
            <a:xfrm>
              <a:off x="184638" y="2790092"/>
              <a:ext cx="1200736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BF96C9A-D1BD-9B1D-BD91-38D6C1DF5643}"/>
                </a:ext>
              </a:extLst>
            </p:cNvPr>
            <p:cNvCxnSpPr/>
            <p:nvPr/>
          </p:nvCxnSpPr>
          <p:spPr>
            <a:xfrm>
              <a:off x="184638" y="1125415"/>
              <a:ext cx="1200736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E0E6BFE-7CC1-9A9D-7109-95C505705A70}"/>
                </a:ext>
              </a:extLst>
            </p:cNvPr>
            <p:cNvCxnSpPr/>
            <p:nvPr/>
          </p:nvCxnSpPr>
          <p:spPr>
            <a:xfrm>
              <a:off x="184638" y="6119446"/>
              <a:ext cx="1200736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6BA4E-3C16-4580-3705-D2FC0A9971F2}"/>
                </a:ext>
              </a:extLst>
            </p:cNvPr>
            <p:cNvCxnSpPr/>
            <p:nvPr/>
          </p:nvCxnSpPr>
          <p:spPr>
            <a:xfrm>
              <a:off x="184638" y="4454769"/>
              <a:ext cx="1200736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DA0F6C-DFCD-B34D-3D79-8D4F96F4E03E}"/>
              </a:ext>
            </a:extLst>
          </p:cNvPr>
          <p:cNvCxnSpPr>
            <a:cxnSpLocks/>
          </p:cNvCxnSpPr>
          <p:nvPr userDrawn="1"/>
        </p:nvCxnSpPr>
        <p:spPr>
          <a:xfrm flipV="1">
            <a:off x="11456377" y="958529"/>
            <a:ext cx="0" cy="531917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920676-8808-BEB3-C076-1C665971994D}"/>
              </a:ext>
            </a:extLst>
          </p:cNvPr>
          <p:cNvCxnSpPr>
            <a:cxnSpLocks/>
          </p:cNvCxnSpPr>
          <p:nvPr userDrawn="1"/>
        </p:nvCxnSpPr>
        <p:spPr>
          <a:xfrm flipV="1">
            <a:off x="7863253" y="958529"/>
            <a:ext cx="0" cy="531917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E8FD06-E5F2-3AF6-FBD3-86586FA9B0E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70130" y="958529"/>
            <a:ext cx="0" cy="531917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005000-1433-E0CB-9D8B-3C0F48343452}"/>
              </a:ext>
            </a:extLst>
          </p:cNvPr>
          <p:cNvCxnSpPr>
            <a:cxnSpLocks/>
          </p:cNvCxnSpPr>
          <p:nvPr userDrawn="1"/>
        </p:nvCxnSpPr>
        <p:spPr>
          <a:xfrm flipV="1">
            <a:off x="677007" y="958529"/>
            <a:ext cx="0" cy="531917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D2360BB-EE41-EF0A-7987-7FC6938C1C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6275" y="1125539"/>
            <a:ext cx="3594100" cy="1663822"/>
          </a:xfrm>
        </p:spPr>
        <p:txBody>
          <a:bodyPr lIns="274320" tIns="274320" rIns="274320" bIns="274320" anchor="ctr" anchorCtr="0">
            <a:normAutofit/>
          </a:bodyPr>
          <a:lstStyle>
            <a:lvl1pPr marL="0" indent="0" algn="ctr">
              <a:buNone/>
              <a:defRPr sz="2000" b="0" i="0">
                <a:latin typeface="Gentona Book" pitchFamily="2" charset="77"/>
              </a:defRPr>
            </a:lvl1pPr>
          </a:lstStyle>
          <a:p>
            <a:pPr lvl="0"/>
            <a:r>
              <a:rPr lang="en-US" dirty="0"/>
              <a:t>Click to add text here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ABC41EB4-74FA-78FA-781B-877DDFC056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70079" y="1125539"/>
            <a:ext cx="3594100" cy="1663822"/>
          </a:xfrm>
        </p:spPr>
        <p:txBody>
          <a:bodyPr lIns="274320" tIns="274320" rIns="274320" bIns="274320" anchor="ctr" anchorCtr="0">
            <a:normAutofit/>
          </a:bodyPr>
          <a:lstStyle>
            <a:lvl1pPr marL="0" indent="0" algn="ctr">
              <a:buNone/>
              <a:defRPr sz="2000" b="0" i="0">
                <a:latin typeface="Gentona Book" pitchFamily="2" charset="77"/>
              </a:defRPr>
            </a:lvl1pPr>
          </a:lstStyle>
          <a:p>
            <a:pPr lvl="0"/>
            <a:r>
              <a:rPr lang="en-US" dirty="0"/>
              <a:t>Click to add text here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6538BAB6-E084-026C-9B60-521D705015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74516" y="1125539"/>
            <a:ext cx="3594100" cy="1663822"/>
          </a:xfrm>
        </p:spPr>
        <p:txBody>
          <a:bodyPr lIns="274320" tIns="274320" rIns="274320" bIns="274320" anchor="ctr" anchorCtr="0">
            <a:normAutofit/>
          </a:bodyPr>
          <a:lstStyle>
            <a:lvl1pPr marL="0" indent="0" algn="ctr">
              <a:buNone/>
              <a:defRPr sz="2000" b="0" i="0">
                <a:latin typeface="Gentona Book" pitchFamily="2" charset="77"/>
              </a:defRPr>
            </a:lvl1pPr>
          </a:lstStyle>
          <a:p>
            <a:pPr lvl="0"/>
            <a:r>
              <a:rPr lang="en-US" dirty="0"/>
              <a:t>Click to add text here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31AC11D3-C7B1-ACFA-FC07-CF73BED4B5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6275" y="2793472"/>
            <a:ext cx="3594100" cy="1663822"/>
          </a:xfrm>
        </p:spPr>
        <p:txBody>
          <a:bodyPr lIns="274320" tIns="274320" rIns="274320" bIns="274320" anchor="ctr" anchorCtr="0">
            <a:normAutofit/>
          </a:bodyPr>
          <a:lstStyle>
            <a:lvl1pPr marL="0" indent="0" algn="ctr">
              <a:buNone/>
              <a:defRPr sz="2000" b="0" i="0">
                <a:latin typeface="Gentona Book" pitchFamily="2" charset="77"/>
              </a:defRPr>
            </a:lvl1pPr>
          </a:lstStyle>
          <a:p>
            <a:pPr lvl="0"/>
            <a:r>
              <a:rPr lang="en-US" dirty="0"/>
              <a:t>Click to add text here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D0170E29-4C45-56D3-D97D-9C45E71EC8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0079" y="2793472"/>
            <a:ext cx="3594100" cy="1663822"/>
          </a:xfrm>
        </p:spPr>
        <p:txBody>
          <a:bodyPr lIns="274320" tIns="274320" rIns="274320" bIns="274320" anchor="ctr" anchorCtr="0">
            <a:normAutofit/>
          </a:bodyPr>
          <a:lstStyle>
            <a:lvl1pPr marL="0" indent="0" algn="ctr">
              <a:buNone/>
              <a:defRPr sz="2000" b="0" i="0">
                <a:latin typeface="Gentona Book" pitchFamily="2" charset="77"/>
              </a:defRPr>
            </a:lvl1pPr>
          </a:lstStyle>
          <a:p>
            <a:pPr lvl="0"/>
            <a:r>
              <a:rPr lang="en-US" dirty="0"/>
              <a:t>Click to add text here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A1106E0B-3C51-431E-2427-0D0F946FCE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4516" y="2793472"/>
            <a:ext cx="3594100" cy="1663822"/>
          </a:xfrm>
        </p:spPr>
        <p:txBody>
          <a:bodyPr lIns="274320" tIns="274320" rIns="274320" bIns="274320" anchor="ctr" anchorCtr="0">
            <a:normAutofit/>
          </a:bodyPr>
          <a:lstStyle>
            <a:lvl1pPr marL="0" indent="0" algn="ctr">
              <a:buNone/>
              <a:defRPr sz="2000" b="0" i="0">
                <a:latin typeface="Gentona Book" pitchFamily="2" charset="77"/>
              </a:defRPr>
            </a:lvl1pPr>
          </a:lstStyle>
          <a:p>
            <a:pPr lvl="0"/>
            <a:r>
              <a:rPr lang="en-US" dirty="0"/>
              <a:t>Click to add text here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D1D10764-E693-536C-9B62-CC78A04177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6275" y="4461405"/>
            <a:ext cx="3594100" cy="1663822"/>
          </a:xfrm>
        </p:spPr>
        <p:txBody>
          <a:bodyPr lIns="274320" tIns="274320" rIns="274320" bIns="274320" anchor="ctr" anchorCtr="0">
            <a:normAutofit/>
          </a:bodyPr>
          <a:lstStyle>
            <a:lvl1pPr marL="0" indent="0" algn="ctr">
              <a:buNone/>
              <a:defRPr sz="2000" b="0" i="0">
                <a:latin typeface="Gentona Book" pitchFamily="2" charset="77"/>
              </a:defRPr>
            </a:lvl1pPr>
          </a:lstStyle>
          <a:p>
            <a:pPr lvl="0"/>
            <a:r>
              <a:rPr lang="en-US" dirty="0"/>
              <a:t>Click to add text here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E969C05-89E4-BEDA-B804-4590738BD9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0079" y="4461405"/>
            <a:ext cx="3594100" cy="1663822"/>
          </a:xfrm>
        </p:spPr>
        <p:txBody>
          <a:bodyPr lIns="274320" tIns="274320" rIns="274320" bIns="274320" anchor="ctr" anchorCtr="0">
            <a:normAutofit/>
          </a:bodyPr>
          <a:lstStyle>
            <a:lvl1pPr marL="0" indent="0" algn="ctr">
              <a:buNone/>
              <a:defRPr sz="2000" b="0" i="0">
                <a:latin typeface="Gentona Book" pitchFamily="2" charset="77"/>
              </a:defRPr>
            </a:lvl1pPr>
          </a:lstStyle>
          <a:p>
            <a:pPr lvl="0"/>
            <a:r>
              <a:rPr lang="en-US" dirty="0"/>
              <a:t>Click to add text here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5ACF44A0-0B9C-8220-E7FD-82D1617244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74516" y="4461405"/>
            <a:ext cx="3594100" cy="1663822"/>
          </a:xfrm>
        </p:spPr>
        <p:txBody>
          <a:bodyPr lIns="274320" tIns="274320" rIns="274320" bIns="274320" anchor="ctr" anchorCtr="0">
            <a:normAutofit/>
          </a:bodyPr>
          <a:lstStyle>
            <a:lvl1pPr marL="0" indent="0" algn="ctr">
              <a:buNone/>
              <a:defRPr sz="2000" b="0" i="0">
                <a:latin typeface="Gentona Book" pitchFamily="2" charset="77"/>
              </a:defRPr>
            </a:lvl1pPr>
          </a:lstStyle>
          <a:p>
            <a:pPr lvl="0"/>
            <a:r>
              <a:rPr lang="en-US" dirty="0"/>
              <a:t>Click to add text here</a:t>
            </a:r>
          </a:p>
        </p:txBody>
      </p:sp>
    </p:spTree>
    <p:extLst>
      <p:ext uri="{BB962C8B-B14F-4D97-AF65-F5344CB8AC3E}">
        <p14:creationId xmlns:p14="http://schemas.microsoft.com/office/powerpoint/2010/main" val="427458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es of 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FAAFF7A-C24D-BEB2-4C1B-6B311768B394}"/>
              </a:ext>
            </a:extLst>
          </p:cNvPr>
          <p:cNvCxnSpPr>
            <a:cxnSpLocks/>
          </p:cNvCxnSpPr>
          <p:nvPr userDrawn="1"/>
        </p:nvCxnSpPr>
        <p:spPr>
          <a:xfrm>
            <a:off x="381000" y="6603764"/>
            <a:ext cx="11429360" cy="0"/>
          </a:xfrm>
          <a:prstGeom prst="line">
            <a:avLst/>
          </a:prstGeom>
          <a:ln w="6350">
            <a:solidFill>
              <a:srgbClr val="002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7AE03CC-08AF-A0BF-8E3C-A3A427B68C1A}"/>
              </a:ext>
            </a:extLst>
          </p:cNvPr>
          <p:cNvSpPr/>
          <p:nvPr userDrawn="1"/>
        </p:nvSpPr>
        <p:spPr>
          <a:xfrm>
            <a:off x="10909727" y="6375164"/>
            <a:ext cx="533156" cy="4572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2C1F30D-AA61-1744-8D47-4C310974E5D8}" type="slidenum">
              <a:rPr lang="en-US" sz="1200" b="0" cap="none" spc="0" smtClean="0">
                <a:ln w="6350">
                  <a:solidFill>
                    <a:srgbClr val="0020A5"/>
                  </a:solidFill>
                  <a:prstDash val="solid"/>
                </a:ln>
                <a:solidFill>
                  <a:srgbClr val="0020A5"/>
                </a:solidFill>
                <a:effectLst/>
                <a:latin typeface="Obviously Wide Thin" pitchFamily="82" charset="77"/>
                <a:cs typeface="Times New Roman" panose="02020603050405020304" pitchFamily="18" charset="0"/>
              </a:rPr>
              <a:pPr algn="ctr"/>
              <a:t>‹#›</a:t>
            </a:fld>
            <a:endParaRPr lang="en-US" sz="1200" b="0" cap="none" spc="0" dirty="0">
              <a:ln w="6350">
                <a:solidFill>
                  <a:srgbClr val="0020A5"/>
                </a:solidFill>
                <a:prstDash val="solid"/>
              </a:ln>
              <a:solidFill>
                <a:srgbClr val="0020A5"/>
              </a:solidFill>
              <a:effectLst/>
              <a:latin typeface="Obviously Wide Thin" pitchFamily="82" charset="77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DAD5B5-0B74-B1C4-D1A5-5CD492FCBF20}"/>
              </a:ext>
            </a:extLst>
          </p:cNvPr>
          <p:cNvGrpSpPr/>
          <p:nvPr userDrawn="1"/>
        </p:nvGrpSpPr>
        <p:grpSpPr>
          <a:xfrm>
            <a:off x="375070" y="323004"/>
            <a:ext cx="11445410" cy="5870565"/>
            <a:chOff x="375070" y="323004"/>
            <a:chExt cx="11445410" cy="587056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E773234-F5E3-40D2-11E5-315772E936E2}"/>
                </a:ext>
              </a:extLst>
            </p:cNvPr>
            <p:cNvGrpSpPr/>
            <p:nvPr/>
          </p:nvGrpSpPr>
          <p:grpSpPr>
            <a:xfrm>
              <a:off x="10890371" y="323004"/>
              <a:ext cx="930109" cy="5870565"/>
              <a:chOff x="10795320" y="323004"/>
              <a:chExt cx="930109" cy="5870565"/>
            </a:xfrm>
          </p:grpSpPr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D2B29875-654B-65A0-5F73-4EE67D689E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6651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FDEECDF9-A865-FF99-72D0-5F76F3FC3D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2300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75D81DF2-2B11-ED10-718D-FC18F469F875}"/>
                  </a:ext>
                </a:extLst>
              </p:cNvPr>
              <p:cNvCxnSpPr>
                <a:endCxn id="143" idx="3"/>
              </p:cNvCxnSpPr>
              <p:nvPr/>
            </p:nvCxnSpPr>
            <p:spPr>
              <a:xfrm flipV="1">
                <a:off x="10795320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8732248B-3447-F61A-7D24-CDD764C9C5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2D4B6EE-9317-18F5-A854-D577A8806B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191696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CC9456A3-A7A3-038D-E107-095FB3E18A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187345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A6F5E1E5-5F09-EF63-0983-E79D62F3F312}"/>
                  </a:ext>
                </a:extLst>
              </p:cNvPr>
              <p:cNvCxnSpPr>
                <a:endCxn id="147" idx="3"/>
              </p:cNvCxnSpPr>
              <p:nvPr/>
            </p:nvCxnSpPr>
            <p:spPr>
              <a:xfrm flipV="1">
                <a:off x="10795320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A706757A-F203-41E1-D4B4-7075490E89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7B63C4F0-DE73-D93B-1609-9A2842437E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46742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A9B54057-322A-1F3E-2A0C-3927B0BD80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42391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808D1F64-2286-B470-F61E-70F34ECA37BD}"/>
                  </a:ext>
                </a:extLst>
              </p:cNvPr>
              <p:cNvCxnSpPr>
                <a:endCxn id="151" idx="3"/>
              </p:cNvCxnSpPr>
              <p:nvPr/>
            </p:nvCxnSpPr>
            <p:spPr>
              <a:xfrm flipV="1">
                <a:off x="10795320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9973E279-C7C0-E13C-05BD-213B7CC786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F848E4D7-222E-41A5-2D50-03DD1568CA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501787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F6F7DF27-DB6A-13FC-0465-3C765C7658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497436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2D336CE4-7971-E47E-A7A3-AD179732CC34}"/>
                  </a:ext>
                </a:extLst>
              </p:cNvPr>
              <p:cNvCxnSpPr>
                <a:endCxn id="155" idx="3"/>
              </p:cNvCxnSpPr>
              <p:nvPr/>
            </p:nvCxnSpPr>
            <p:spPr>
              <a:xfrm flipV="1">
                <a:off x="10795320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E69EB12B-529E-3AAB-F01F-6145F19D9B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24F76DE-4117-D5DB-52BA-278684CAABDA}"/>
                </a:ext>
              </a:extLst>
            </p:cNvPr>
            <p:cNvGrpSpPr/>
            <p:nvPr/>
          </p:nvGrpSpPr>
          <p:grpSpPr>
            <a:xfrm>
              <a:off x="9575961" y="323004"/>
              <a:ext cx="930109" cy="5870565"/>
              <a:chOff x="10795320" y="323004"/>
              <a:chExt cx="930109" cy="5870565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0F998D19-B6F0-FA21-8569-07EF6528D0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6651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F0D2626-34D0-B80B-8386-17176409BF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2300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CFFA3317-E908-4808-1623-7A92969B5C90}"/>
                  </a:ext>
                </a:extLst>
              </p:cNvPr>
              <p:cNvCxnSpPr>
                <a:endCxn id="127" idx="3"/>
              </p:cNvCxnSpPr>
              <p:nvPr/>
            </p:nvCxnSpPr>
            <p:spPr>
              <a:xfrm flipV="1">
                <a:off x="10795320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208C970-FE87-B3D6-BA00-A373A843A0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7660F17E-DF23-7A28-6AB6-4D22C93A95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191696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3D91508C-9D90-331F-C991-4DC10ED4D97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187345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5621EC27-1F8B-04F7-36E8-CE5F2D0A657D}"/>
                  </a:ext>
                </a:extLst>
              </p:cNvPr>
              <p:cNvCxnSpPr>
                <a:endCxn id="131" idx="3"/>
              </p:cNvCxnSpPr>
              <p:nvPr/>
            </p:nvCxnSpPr>
            <p:spPr>
              <a:xfrm flipV="1">
                <a:off x="10795320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1F64AA00-4DA5-B02E-B0AE-6729CCCA85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0C338FBC-0892-77E2-7EB3-E57A79BF6B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46742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5FFD9814-A04F-4BDB-F683-A0C855853C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42391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3415AEEF-6A69-FF18-DAAF-5922A957DE48}"/>
                  </a:ext>
                </a:extLst>
              </p:cNvPr>
              <p:cNvCxnSpPr>
                <a:endCxn id="135" idx="3"/>
              </p:cNvCxnSpPr>
              <p:nvPr/>
            </p:nvCxnSpPr>
            <p:spPr>
              <a:xfrm flipV="1">
                <a:off x="10795320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C9EA5DE1-06E6-5DAE-FF5E-3B3446A5AF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E453420D-B02A-8CDA-7FF7-0359EB6C36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501787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5178B9E7-B747-B3AF-913A-041FBD356A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497436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D2B1DF9B-2E92-9E22-E129-7F03EE5A51B9}"/>
                  </a:ext>
                </a:extLst>
              </p:cNvPr>
              <p:cNvCxnSpPr>
                <a:endCxn id="139" idx="3"/>
              </p:cNvCxnSpPr>
              <p:nvPr/>
            </p:nvCxnSpPr>
            <p:spPr>
              <a:xfrm flipV="1">
                <a:off x="10795320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233505E7-120D-5E56-F02A-D57636F559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CB100C0-2104-7C04-E5B0-334977F5B1BD}"/>
                </a:ext>
              </a:extLst>
            </p:cNvPr>
            <p:cNvGrpSpPr/>
            <p:nvPr/>
          </p:nvGrpSpPr>
          <p:grpSpPr>
            <a:xfrm>
              <a:off x="8261548" y="323004"/>
              <a:ext cx="930109" cy="5870565"/>
              <a:chOff x="10795320" y="323004"/>
              <a:chExt cx="930109" cy="5870565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D72784EF-AD92-03EA-E024-82CF82EE7A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6651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C2D2D140-D40A-3B64-A5C8-45ABD7D3BA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2300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3CA71605-856F-0FE6-EF0C-0C4992554206}"/>
                  </a:ext>
                </a:extLst>
              </p:cNvPr>
              <p:cNvCxnSpPr>
                <a:endCxn id="111" idx="3"/>
              </p:cNvCxnSpPr>
              <p:nvPr/>
            </p:nvCxnSpPr>
            <p:spPr>
              <a:xfrm flipV="1">
                <a:off x="10795320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DAE3654F-5F06-201A-3771-A0ACB7616A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46482DA8-2BFD-D2F6-75CF-1957B36097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191696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D36318D9-7E47-89AD-5FC7-9F59DC777B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187345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60F860F3-34AE-5F1F-0F8F-05FD10E4610A}"/>
                  </a:ext>
                </a:extLst>
              </p:cNvPr>
              <p:cNvCxnSpPr>
                <a:endCxn id="115" idx="3"/>
              </p:cNvCxnSpPr>
              <p:nvPr/>
            </p:nvCxnSpPr>
            <p:spPr>
              <a:xfrm flipV="1">
                <a:off x="10795320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247CF60E-14E1-4D78-7ED0-BFE5E0668C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05A228D9-19BE-2C64-C847-D4921153C0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46742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3E77D06-045A-C7A3-5FDF-7320078FC0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42391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E2972981-0263-C0D3-9904-D4F0C5CE0045}"/>
                  </a:ext>
                </a:extLst>
              </p:cNvPr>
              <p:cNvCxnSpPr>
                <a:endCxn id="119" idx="3"/>
              </p:cNvCxnSpPr>
              <p:nvPr/>
            </p:nvCxnSpPr>
            <p:spPr>
              <a:xfrm flipV="1">
                <a:off x="10795320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54ED4E4-FBF2-CF48-881B-285CED79FF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E0731A16-D12C-55C6-32D3-29017A9012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501787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B92976AA-3578-C21D-027B-E54C2CC596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497436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AE660B3D-631B-CADC-CBF4-D6FD57224BFF}"/>
                  </a:ext>
                </a:extLst>
              </p:cNvPr>
              <p:cNvCxnSpPr>
                <a:endCxn id="123" idx="3"/>
              </p:cNvCxnSpPr>
              <p:nvPr/>
            </p:nvCxnSpPr>
            <p:spPr>
              <a:xfrm flipV="1">
                <a:off x="10795320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06895355-A7D1-F72F-0FA3-8765037E35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E4E4FF0-99CC-ECDB-6416-495BF7510FAB}"/>
                </a:ext>
              </a:extLst>
            </p:cNvPr>
            <p:cNvGrpSpPr/>
            <p:nvPr/>
          </p:nvGrpSpPr>
          <p:grpSpPr>
            <a:xfrm>
              <a:off x="6947135" y="323004"/>
              <a:ext cx="930109" cy="5870565"/>
              <a:chOff x="10795320" y="323004"/>
              <a:chExt cx="930109" cy="5870565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47135B8D-B142-DFE6-D2B9-54EAEFEB94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6651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4D94DEEA-3276-DBCF-857C-106001037F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2300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1F9FD790-A72E-B62B-A888-CDABAAC6D122}"/>
                  </a:ext>
                </a:extLst>
              </p:cNvPr>
              <p:cNvCxnSpPr>
                <a:endCxn id="95" idx="3"/>
              </p:cNvCxnSpPr>
              <p:nvPr/>
            </p:nvCxnSpPr>
            <p:spPr>
              <a:xfrm flipV="1">
                <a:off x="10795320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19FB79B8-F3DA-FD93-33ED-2420BBF42E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70982BF7-9DED-962C-8301-A56CC9FAC5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191696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6A9E52D-4611-E7BF-200A-7044BE1CBA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187345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30D267BC-82F2-9AC0-3380-880927C2D8AD}"/>
                  </a:ext>
                </a:extLst>
              </p:cNvPr>
              <p:cNvCxnSpPr>
                <a:endCxn id="99" idx="3"/>
              </p:cNvCxnSpPr>
              <p:nvPr/>
            </p:nvCxnSpPr>
            <p:spPr>
              <a:xfrm flipV="1">
                <a:off x="10795320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BB238848-3AC7-F047-9066-32DC9D336D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2C406906-2763-3FA4-1C12-91C74CCBA4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46742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F057818C-864D-1A0B-CF77-D750E40D22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42391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491AFB6-E68D-D0F1-BD27-A3579B011387}"/>
                  </a:ext>
                </a:extLst>
              </p:cNvPr>
              <p:cNvCxnSpPr>
                <a:endCxn id="103" idx="3"/>
              </p:cNvCxnSpPr>
              <p:nvPr/>
            </p:nvCxnSpPr>
            <p:spPr>
              <a:xfrm flipV="1">
                <a:off x="10795320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E255A33-6304-3505-13CA-34479A07E7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DD04706-6006-B3F3-1A59-7338E77FB0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501787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8ADFB814-D4C8-7D11-0188-43C7FC564C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497436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84BEB13E-818D-04D9-19AD-E2CBE39807A7}"/>
                  </a:ext>
                </a:extLst>
              </p:cNvPr>
              <p:cNvCxnSpPr>
                <a:endCxn id="107" idx="3"/>
              </p:cNvCxnSpPr>
              <p:nvPr/>
            </p:nvCxnSpPr>
            <p:spPr>
              <a:xfrm flipV="1">
                <a:off x="10795320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B7B39CC3-6467-DEE3-16F8-D0558D9717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4B7006C-FDC7-A249-9B97-FB46B9602EB7}"/>
                </a:ext>
              </a:extLst>
            </p:cNvPr>
            <p:cNvGrpSpPr/>
            <p:nvPr/>
          </p:nvGrpSpPr>
          <p:grpSpPr>
            <a:xfrm>
              <a:off x="5632722" y="323004"/>
              <a:ext cx="930109" cy="5870565"/>
              <a:chOff x="10795320" y="323004"/>
              <a:chExt cx="930109" cy="5870565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F9E3BA0E-0274-F727-01B2-3257472EC0E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6651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9E263FA4-DAC4-5E45-7A55-3F1C0A6096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2300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E028C4BF-CEC2-A91F-1927-84C070111404}"/>
                  </a:ext>
                </a:extLst>
              </p:cNvPr>
              <p:cNvCxnSpPr>
                <a:endCxn id="79" idx="3"/>
              </p:cNvCxnSpPr>
              <p:nvPr/>
            </p:nvCxnSpPr>
            <p:spPr>
              <a:xfrm flipV="1">
                <a:off x="10795320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FD764E1-4B7C-30C0-B72D-176E63712E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197E193A-D245-825F-729D-CA531CB7AD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191696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B519964-A5C5-242E-C3ED-81C2BE85A16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187345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63C5166A-7B20-0FCC-60AC-E89D3E14F5CE}"/>
                  </a:ext>
                </a:extLst>
              </p:cNvPr>
              <p:cNvCxnSpPr>
                <a:endCxn id="83" idx="3"/>
              </p:cNvCxnSpPr>
              <p:nvPr/>
            </p:nvCxnSpPr>
            <p:spPr>
              <a:xfrm flipV="1">
                <a:off x="10795320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2E726EA3-65E2-EA6D-EB93-F2952ABB4B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1D231BB-1F81-1011-C4FD-6BFE0814D7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46742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E219C6C-C0B8-101B-A563-A97A4B1E44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42391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A186350E-D424-3920-C85E-6C388F3A6ED4}"/>
                  </a:ext>
                </a:extLst>
              </p:cNvPr>
              <p:cNvCxnSpPr>
                <a:endCxn id="87" idx="3"/>
              </p:cNvCxnSpPr>
              <p:nvPr/>
            </p:nvCxnSpPr>
            <p:spPr>
              <a:xfrm flipV="1">
                <a:off x="10795320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0FE0FA06-F3F7-E937-922F-0B982D6527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2A37930-5BB1-9143-4B0E-E8FF4FF9FFF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501787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6397B3B-B67E-1D20-1661-0439DBECBD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497436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BCBF8937-C2B3-E5A8-B905-2F78F0EA039D}"/>
                  </a:ext>
                </a:extLst>
              </p:cNvPr>
              <p:cNvCxnSpPr>
                <a:endCxn id="91" idx="3"/>
              </p:cNvCxnSpPr>
              <p:nvPr/>
            </p:nvCxnSpPr>
            <p:spPr>
              <a:xfrm flipV="1">
                <a:off x="10795320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0BC68BB1-2F76-7FAC-6CB7-9F7792C6C7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5E107CC-2AE5-E588-469F-30FCFF71F909}"/>
                </a:ext>
              </a:extLst>
            </p:cNvPr>
            <p:cNvGrpSpPr/>
            <p:nvPr/>
          </p:nvGrpSpPr>
          <p:grpSpPr>
            <a:xfrm>
              <a:off x="4318309" y="323004"/>
              <a:ext cx="930109" cy="5870565"/>
              <a:chOff x="10795320" y="323004"/>
              <a:chExt cx="930109" cy="5870565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7CE6FACE-5A4F-8D8B-4C69-344F4A0061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6651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8E37414-F94B-2D5D-E7DE-2806A04520B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2300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EC245EE6-D29B-96FC-AD21-D2EE068158E9}"/>
                  </a:ext>
                </a:extLst>
              </p:cNvPr>
              <p:cNvCxnSpPr>
                <a:endCxn id="63" idx="3"/>
              </p:cNvCxnSpPr>
              <p:nvPr/>
            </p:nvCxnSpPr>
            <p:spPr>
              <a:xfrm flipV="1">
                <a:off x="10795320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1DA6C0D-74DF-F5B8-01BD-DB365FE947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85B2F5B6-C9C6-5E55-35E0-C28762BE715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191696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E073A151-5364-4C69-89AA-1746AEEAE1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187345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4F44F18-572E-7E62-0946-9B62186189BB}"/>
                  </a:ext>
                </a:extLst>
              </p:cNvPr>
              <p:cNvCxnSpPr>
                <a:endCxn id="67" idx="3"/>
              </p:cNvCxnSpPr>
              <p:nvPr/>
            </p:nvCxnSpPr>
            <p:spPr>
              <a:xfrm flipV="1">
                <a:off x="10795320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EA66988D-420B-B775-9DFE-7104BBB8FE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4B483B21-6573-8109-8711-EB8A42221F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46742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74B92473-1DAD-84A0-6584-16545080D2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42391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C30BB34-8761-FBA1-33A5-AC0838A18BA1}"/>
                  </a:ext>
                </a:extLst>
              </p:cNvPr>
              <p:cNvCxnSpPr>
                <a:endCxn id="71" idx="3"/>
              </p:cNvCxnSpPr>
              <p:nvPr/>
            </p:nvCxnSpPr>
            <p:spPr>
              <a:xfrm flipV="1">
                <a:off x="10795320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ACD00BD8-74DE-A3D1-430C-D7B4BBD8E4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8003DE4-027C-347B-4F19-0640FF73EC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501787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45E1AE4-2D0C-C322-49D0-A4CC8BCF84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497436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EA00637-41C1-DFF1-0795-896825D373AE}"/>
                  </a:ext>
                </a:extLst>
              </p:cNvPr>
              <p:cNvCxnSpPr>
                <a:endCxn id="75" idx="3"/>
              </p:cNvCxnSpPr>
              <p:nvPr/>
            </p:nvCxnSpPr>
            <p:spPr>
              <a:xfrm flipV="1">
                <a:off x="10795320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DEF6752D-2163-2F0B-16B8-DA4002D6B2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931062B-3B3A-7830-CB7F-7CC5A1DD4DF5}"/>
                </a:ext>
              </a:extLst>
            </p:cNvPr>
            <p:cNvGrpSpPr/>
            <p:nvPr/>
          </p:nvGrpSpPr>
          <p:grpSpPr>
            <a:xfrm>
              <a:off x="3003896" y="323004"/>
              <a:ext cx="930109" cy="5870565"/>
              <a:chOff x="10795320" y="323004"/>
              <a:chExt cx="930109" cy="5870565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511E5F8-F26A-EF30-5F19-D908D6800E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6651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1B8DEC5B-A4CD-6CB9-170E-DD496F701E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2300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2DB8AE8F-9550-B97A-FF44-6A110E42C3A6}"/>
                  </a:ext>
                </a:extLst>
              </p:cNvPr>
              <p:cNvCxnSpPr>
                <a:endCxn id="47" idx="3"/>
              </p:cNvCxnSpPr>
              <p:nvPr/>
            </p:nvCxnSpPr>
            <p:spPr>
              <a:xfrm flipV="1">
                <a:off x="10795320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47936ADC-A688-7220-040D-8B416FDE24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296C763-5D7B-EB09-3A3F-9CD5EB8CA4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191696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D88830E-058D-1022-8BAC-7F1E739F0C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187345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77FD0BA-BC30-4BF8-4C70-99C5EE789935}"/>
                  </a:ext>
                </a:extLst>
              </p:cNvPr>
              <p:cNvCxnSpPr>
                <a:endCxn id="51" idx="3"/>
              </p:cNvCxnSpPr>
              <p:nvPr/>
            </p:nvCxnSpPr>
            <p:spPr>
              <a:xfrm flipV="1">
                <a:off x="10795320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7162971-7842-EE86-2DF3-4B36377DA0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48A51EC9-B355-ACF8-4973-B4CE8C3079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46742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5A7877A-8A8A-EEBB-5561-3218D15DD5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42391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F48728F7-2273-C109-D407-21BFD73DBFCC}"/>
                  </a:ext>
                </a:extLst>
              </p:cNvPr>
              <p:cNvCxnSpPr>
                <a:endCxn id="55" idx="3"/>
              </p:cNvCxnSpPr>
              <p:nvPr/>
            </p:nvCxnSpPr>
            <p:spPr>
              <a:xfrm flipV="1">
                <a:off x="10795320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5DFAAA58-2F3E-D4CC-8FE4-DA494999CC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B047D7C-379C-3B71-2A99-E9A1DC9B1B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501787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B352A78-F62C-A2D9-7814-672EBAE35A4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497436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D784037-A36A-AA7A-23E3-7C24E64636CB}"/>
                  </a:ext>
                </a:extLst>
              </p:cNvPr>
              <p:cNvCxnSpPr>
                <a:endCxn id="59" idx="3"/>
              </p:cNvCxnSpPr>
              <p:nvPr/>
            </p:nvCxnSpPr>
            <p:spPr>
              <a:xfrm flipV="1">
                <a:off x="10795320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7B4CE22-C0AB-B70F-8B59-76DF81DB4A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7F01F36-8B7B-1455-C379-D19556A480C3}"/>
                </a:ext>
              </a:extLst>
            </p:cNvPr>
            <p:cNvGrpSpPr/>
            <p:nvPr/>
          </p:nvGrpSpPr>
          <p:grpSpPr>
            <a:xfrm>
              <a:off x="1689483" y="323004"/>
              <a:ext cx="930109" cy="5870565"/>
              <a:chOff x="10795320" y="323004"/>
              <a:chExt cx="930109" cy="587056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FACDFA6-28B6-1E19-A1D8-8CE2444509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6651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8608F22-D383-3DFD-A1DF-C5E1846DE4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2300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F7102B9F-54E2-5C1F-1FB5-02DC9AC47748}"/>
                  </a:ext>
                </a:extLst>
              </p:cNvPr>
              <p:cNvCxnSpPr>
                <a:endCxn id="31" idx="3"/>
              </p:cNvCxnSpPr>
              <p:nvPr/>
            </p:nvCxnSpPr>
            <p:spPr>
              <a:xfrm flipV="1">
                <a:off x="10795320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740C722-2357-81D4-183E-8A03BF9B05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F52CF7D-45B5-CFF6-DDD4-C08E411145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191696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DE114A1-F6BA-53EC-5462-D289147DD5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187345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B929AF-8DE0-04B1-C403-D08BA8C10188}"/>
                  </a:ext>
                </a:extLst>
              </p:cNvPr>
              <p:cNvCxnSpPr>
                <a:endCxn id="35" idx="3"/>
              </p:cNvCxnSpPr>
              <p:nvPr/>
            </p:nvCxnSpPr>
            <p:spPr>
              <a:xfrm flipV="1">
                <a:off x="10795320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EE972E2-3DAE-8318-207C-4406E9852E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AE39C27-BD0A-A6B2-22F9-1E61056D47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46742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FBDC11D-3178-65F4-361C-BB61D25746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42391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058C8EF-7AF3-CC27-030B-3B1D922B8B6F}"/>
                  </a:ext>
                </a:extLst>
              </p:cNvPr>
              <p:cNvCxnSpPr>
                <a:endCxn id="39" idx="3"/>
              </p:cNvCxnSpPr>
              <p:nvPr/>
            </p:nvCxnSpPr>
            <p:spPr>
              <a:xfrm flipV="1">
                <a:off x="10795320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5C3DA41-A44D-A513-2454-6934991FBC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FC69BD66-0BEB-5E71-6F56-7E38575901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501787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359AE5E-A4FD-44A0-9375-CE420CF9B6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497436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43C1298-4957-9E14-E288-925C2D041E46}"/>
                  </a:ext>
                </a:extLst>
              </p:cNvPr>
              <p:cNvCxnSpPr>
                <a:endCxn id="43" idx="3"/>
              </p:cNvCxnSpPr>
              <p:nvPr/>
            </p:nvCxnSpPr>
            <p:spPr>
              <a:xfrm flipV="1">
                <a:off x="10795320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4AA2C8A2-A3E0-B4DB-FAC6-6CF2ED8FA9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B71D334-5313-AEBC-A96D-F68A9118F69C}"/>
                </a:ext>
              </a:extLst>
            </p:cNvPr>
            <p:cNvGrpSpPr/>
            <p:nvPr/>
          </p:nvGrpSpPr>
          <p:grpSpPr>
            <a:xfrm>
              <a:off x="375070" y="323004"/>
              <a:ext cx="930109" cy="5870565"/>
              <a:chOff x="10795320" y="323004"/>
              <a:chExt cx="930109" cy="5870565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D1EDD76-F2CD-4B92-CAA4-0090E226EA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6651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601880A-CE7C-0359-2FE0-EAA01CF5B5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2300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E667102-CECE-8E40-FA53-7A7395E17A54}"/>
                  </a:ext>
                </a:extLst>
              </p:cNvPr>
              <p:cNvCxnSpPr>
                <a:endCxn id="15" idx="3"/>
              </p:cNvCxnSpPr>
              <p:nvPr/>
            </p:nvCxnSpPr>
            <p:spPr>
              <a:xfrm flipV="1">
                <a:off x="10795320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6B7ABC4-DAF3-96F3-DFE6-95F2E80B7D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112810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02C5463-E871-79BA-B033-3EAAB3FF25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191696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59ABEC0-F313-C621-CA6F-38AA1E480F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187345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5E8E734-D665-4D43-72A8-AD5E196D68C5}"/>
                  </a:ext>
                </a:extLst>
              </p:cNvPr>
              <p:cNvCxnSpPr>
                <a:endCxn id="19" idx="3"/>
              </p:cNvCxnSpPr>
              <p:nvPr/>
            </p:nvCxnSpPr>
            <p:spPr>
              <a:xfrm flipV="1">
                <a:off x="10795320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48C0374-76E3-BC0B-978D-8DB2999771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267855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12C2471-D6C6-467A-9E91-33D904AC68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3467423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FA5B87-7EFF-62FC-53FF-E5A8E2C555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3423914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6A5911C1-9694-BDB0-D35E-E2B666587459}"/>
                  </a:ext>
                </a:extLst>
              </p:cNvPr>
              <p:cNvCxnSpPr>
                <a:endCxn id="23" idx="3"/>
              </p:cNvCxnSpPr>
              <p:nvPr/>
            </p:nvCxnSpPr>
            <p:spPr>
              <a:xfrm flipV="1">
                <a:off x="10795320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AA1B38E-EB1E-B213-8EA5-30FD84DDD4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4229014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3863BE9-C584-202B-119C-C076E9FDA8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42708" y="5017878"/>
                <a:ext cx="619625" cy="89225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15B8AAF-23CB-2779-A3DE-FC8ED1F4CA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5321" y="4974369"/>
                <a:ext cx="914400" cy="121920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4107353-2939-7231-3C38-2DE808BCE1E5}"/>
                  </a:ext>
                </a:extLst>
              </p:cNvPr>
              <p:cNvCxnSpPr>
                <a:endCxn id="27" idx="3"/>
              </p:cNvCxnSpPr>
              <p:nvPr/>
            </p:nvCxnSpPr>
            <p:spPr>
              <a:xfrm flipV="1">
                <a:off x="10795320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C4BC28A-43E8-C6C5-AA2C-0B40B81E48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487299" y="5779469"/>
                <a:ext cx="238130" cy="130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4EAA4-4769-EF3B-E2CA-FFE339F780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UNIVERSITY OF FLORIDA HERBERT WERTHEIM COLLEGE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01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266E-F2F9-FF4C-991B-6C20BE34A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50" baseline="0">
                <a:solidFill>
                  <a:srgbClr val="011FA3"/>
                </a:solidFill>
              </a:defRPr>
            </a:lvl1pPr>
          </a:lstStyle>
          <a:p>
            <a:r>
              <a:rPr lang="en-US" dirty="0"/>
              <a:t>CLICK TO EDIT “STATS”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6CC873-035B-680D-A51F-DBEB117E39EA}"/>
              </a:ext>
            </a:extLst>
          </p:cNvPr>
          <p:cNvCxnSpPr>
            <a:cxnSpLocks/>
          </p:cNvCxnSpPr>
          <p:nvPr userDrawn="1"/>
        </p:nvCxnSpPr>
        <p:spPr>
          <a:xfrm>
            <a:off x="381000" y="6603764"/>
            <a:ext cx="11429360" cy="0"/>
          </a:xfrm>
          <a:prstGeom prst="line">
            <a:avLst/>
          </a:prstGeom>
          <a:ln w="6350">
            <a:solidFill>
              <a:srgbClr val="002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5F29D9C-EC3A-5BCF-7679-272199800EC5}"/>
              </a:ext>
            </a:extLst>
          </p:cNvPr>
          <p:cNvSpPr/>
          <p:nvPr userDrawn="1"/>
        </p:nvSpPr>
        <p:spPr>
          <a:xfrm>
            <a:off x="10909727" y="6375164"/>
            <a:ext cx="533156" cy="4572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2C1F30D-AA61-1744-8D47-4C310974E5D8}" type="slidenum">
              <a:rPr lang="en-US" sz="1200" b="0" cap="none" spc="0" smtClean="0">
                <a:ln w="6350">
                  <a:solidFill>
                    <a:srgbClr val="0020A5"/>
                  </a:solidFill>
                  <a:prstDash val="solid"/>
                </a:ln>
                <a:solidFill>
                  <a:srgbClr val="0020A5"/>
                </a:solidFill>
                <a:effectLst/>
                <a:latin typeface="Obviously Wide Thin" pitchFamily="82" charset="77"/>
                <a:cs typeface="Times New Roman" panose="02020603050405020304" pitchFamily="18" charset="0"/>
              </a:rPr>
              <a:pPr algn="ctr"/>
              <a:t>‹#›</a:t>
            </a:fld>
            <a:endParaRPr lang="en-US" sz="1200" b="0" cap="none" spc="0" dirty="0">
              <a:ln w="6350">
                <a:solidFill>
                  <a:srgbClr val="0020A5"/>
                </a:solidFill>
                <a:prstDash val="solid"/>
              </a:ln>
              <a:solidFill>
                <a:srgbClr val="0020A5"/>
              </a:solidFill>
              <a:effectLst/>
              <a:latin typeface="Obviously Wide Thin" pitchFamily="82" charset="77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7F2848-4E85-4DEC-1214-1E42F52AA54F}"/>
              </a:ext>
            </a:extLst>
          </p:cNvPr>
          <p:cNvGrpSpPr/>
          <p:nvPr userDrawn="1"/>
        </p:nvGrpSpPr>
        <p:grpSpPr>
          <a:xfrm>
            <a:off x="4293897" y="1968720"/>
            <a:ext cx="3604206" cy="2920561"/>
            <a:chOff x="4155638" y="2449165"/>
            <a:chExt cx="3604206" cy="2920561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74B9D19E-6F2B-10D3-492D-E3D8CAB0216A}"/>
                </a:ext>
              </a:extLst>
            </p:cNvPr>
            <p:cNvSpPr/>
            <p:nvPr/>
          </p:nvSpPr>
          <p:spPr>
            <a:xfrm flipH="1">
              <a:off x="4155638" y="2449165"/>
              <a:ext cx="92416" cy="2920561"/>
            </a:xfrm>
            <a:custGeom>
              <a:avLst/>
              <a:gdLst/>
              <a:ahLst/>
              <a:cxnLst/>
              <a:rect l="l" t="t" r="r" b="b"/>
              <a:pathLst>
                <a:path h="6200140">
                  <a:moveTo>
                    <a:pt x="0" y="0"/>
                  </a:moveTo>
                  <a:lnTo>
                    <a:pt x="0" y="6199905"/>
                  </a:lnTo>
                </a:path>
              </a:pathLst>
            </a:custGeom>
            <a:ln w="10470">
              <a:solidFill>
                <a:srgbClr val="F26A36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7C0BA78E-7EF2-E861-38E3-994B02BCE2D6}"/>
                </a:ext>
              </a:extLst>
            </p:cNvPr>
            <p:cNvSpPr/>
            <p:nvPr/>
          </p:nvSpPr>
          <p:spPr>
            <a:xfrm flipH="1">
              <a:off x="7667428" y="2449165"/>
              <a:ext cx="92416" cy="2920561"/>
            </a:xfrm>
            <a:custGeom>
              <a:avLst/>
              <a:gdLst/>
              <a:ahLst/>
              <a:cxnLst/>
              <a:rect l="l" t="t" r="r" b="b"/>
              <a:pathLst>
                <a:path h="6200140">
                  <a:moveTo>
                    <a:pt x="0" y="0"/>
                  </a:moveTo>
                  <a:lnTo>
                    <a:pt x="0" y="6199905"/>
                  </a:lnTo>
                </a:path>
              </a:pathLst>
            </a:custGeom>
            <a:ln w="10470">
              <a:solidFill>
                <a:srgbClr val="F26A36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F21FD0F-960D-7EAC-EC4B-FC183103EA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6603" y="2620499"/>
            <a:ext cx="3511790" cy="840475"/>
          </a:xfrm>
        </p:spPr>
        <p:txBody>
          <a:bodyPr>
            <a:normAutofit/>
          </a:bodyPr>
          <a:lstStyle>
            <a:lvl1pPr marL="0" indent="0" algn="ctr">
              <a:buNone/>
              <a:defRPr sz="4800" b="1" i="0" spc="30" baseline="0">
                <a:solidFill>
                  <a:srgbClr val="0020A5"/>
                </a:solidFill>
                <a:latin typeface="Obviously Wide Bold" pitchFamily="82" charset="77"/>
              </a:defRPr>
            </a:lvl1pPr>
          </a:lstStyle>
          <a:p>
            <a:pPr lvl="0"/>
            <a:r>
              <a:rPr lang="en-US" dirty="0"/>
              <a:t>XXX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B4C6D11-6C3B-FAA8-AD84-9EDDEB2C8C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6553" y="3429000"/>
            <a:ext cx="3511550" cy="962959"/>
          </a:xfrm>
        </p:spPr>
        <p:txBody>
          <a:bodyPr>
            <a:normAutofit/>
          </a:bodyPr>
          <a:lstStyle>
            <a:lvl1pPr marL="0" indent="0" algn="ctr">
              <a:buNone/>
              <a:defRPr sz="2400" b="1" i="0">
                <a:latin typeface="Gentona Book" pitchFamily="2" charset="77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BA9E3BB-69A9-ABCC-A333-6667572309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06639" y="2620499"/>
            <a:ext cx="3511790" cy="840475"/>
          </a:xfrm>
        </p:spPr>
        <p:txBody>
          <a:bodyPr>
            <a:normAutofit/>
          </a:bodyPr>
          <a:lstStyle>
            <a:lvl1pPr marL="0" indent="0" algn="ctr">
              <a:buNone/>
              <a:defRPr sz="4800" b="1" i="0" spc="30" baseline="0">
                <a:solidFill>
                  <a:srgbClr val="0020A5"/>
                </a:solidFill>
                <a:latin typeface="Obviously Wide Bold" pitchFamily="82" charset="77"/>
              </a:defRPr>
            </a:lvl1pPr>
          </a:lstStyle>
          <a:p>
            <a:pPr lvl="0"/>
            <a:r>
              <a:rPr lang="en-US" dirty="0"/>
              <a:t>XXX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9DEE8C69-E808-1DD3-36F3-9F7D89BC9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6589" y="3429000"/>
            <a:ext cx="3511550" cy="962959"/>
          </a:xfrm>
        </p:spPr>
        <p:txBody>
          <a:bodyPr>
            <a:normAutofit/>
          </a:bodyPr>
          <a:lstStyle>
            <a:lvl1pPr marL="0" indent="0" algn="ctr">
              <a:buNone/>
              <a:defRPr sz="2400" b="1" i="0">
                <a:latin typeface="Gentona Book" pitchFamily="2" charset="77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D19B3B9-2AD4-C1DB-F41E-C386F404A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4660" y="2620499"/>
            <a:ext cx="3511790" cy="840475"/>
          </a:xfrm>
        </p:spPr>
        <p:txBody>
          <a:bodyPr>
            <a:normAutofit/>
          </a:bodyPr>
          <a:lstStyle>
            <a:lvl1pPr marL="0" indent="0" algn="ctr">
              <a:buNone/>
              <a:defRPr sz="4800" b="1" i="0" spc="30" baseline="0">
                <a:solidFill>
                  <a:srgbClr val="0020A5"/>
                </a:solidFill>
                <a:latin typeface="Obviously Wide Bold" pitchFamily="82" charset="77"/>
              </a:defRPr>
            </a:lvl1pPr>
          </a:lstStyle>
          <a:p>
            <a:pPr lvl="0"/>
            <a:r>
              <a:rPr lang="en-US" dirty="0"/>
              <a:t>XXX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74E2FB16-8A3A-78D1-F85F-5B53D0BDC8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4610" y="3429000"/>
            <a:ext cx="3511550" cy="962959"/>
          </a:xfrm>
        </p:spPr>
        <p:txBody>
          <a:bodyPr>
            <a:normAutofit/>
          </a:bodyPr>
          <a:lstStyle>
            <a:lvl1pPr marL="0" indent="0" algn="ctr">
              <a:buNone/>
              <a:defRPr sz="2400" b="1" i="0">
                <a:latin typeface="Gentona Book" pitchFamily="2" charset="77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D55F5-6D22-4F03-C82B-EDB24C33B2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UNIVERSITY OF FLORIDA HERBERT WERTHEIM COLLEGE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25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UF Research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293EB2-00DE-3D47-4651-473AE15E8D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44767" y="-24765"/>
            <a:ext cx="12281535" cy="6907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A472CA-3306-0D2F-7D5B-4ACDB60B2F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6667" r="-16667"/>
          <a:stretch/>
        </p:blipFill>
        <p:spPr>
          <a:xfrm>
            <a:off x="2619522" y="2792805"/>
            <a:ext cx="6952957" cy="127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14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 - UF Research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293EB2-00DE-3D47-4651-473AE15E8D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44026" y="-24765"/>
            <a:ext cx="12280053" cy="6907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A472CA-3306-0D2F-7D5B-4ACDB60B2F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6667" r="-16667"/>
          <a:stretch/>
        </p:blipFill>
        <p:spPr>
          <a:xfrm>
            <a:off x="2619522" y="2792805"/>
            <a:ext cx="6952957" cy="127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3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255CBD-5F93-C64C-B458-C17ADF6CC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"/>
            <a:ext cx="11429360" cy="843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C298B-E065-F140-8AD0-1D96EAB04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982218"/>
            <a:ext cx="11429360" cy="5385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48C600-74C1-0149-9C92-09D5DA8910D6}"/>
              </a:ext>
            </a:extLst>
          </p:cNvPr>
          <p:cNvCxnSpPr>
            <a:cxnSpLocks/>
          </p:cNvCxnSpPr>
          <p:nvPr userDrawn="1"/>
        </p:nvCxnSpPr>
        <p:spPr>
          <a:xfrm>
            <a:off x="381000" y="6603764"/>
            <a:ext cx="11429360" cy="0"/>
          </a:xfrm>
          <a:prstGeom prst="line">
            <a:avLst/>
          </a:prstGeom>
          <a:ln w="6350">
            <a:solidFill>
              <a:srgbClr val="0020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0E688E1-3EA4-8844-83D2-14A672E4F524}"/>
              </a:ext>
            </a:extLst>
          </p:cNvPr>
          <p:cNvSpPr/>
          <p:nvPr userDrawn="1"/>
        </p:nvSpPr>
        <p:spPr>
          <a:xfrm>
            <a:off x="10909727" y="6375164"/>
            <a:ext cx="533156" cy="4572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2C1F30D-AA61-1744-8D47-4C310974E5D8}" type="slidenum">
              <a:rPr lang="en-US" sz="1200" b="0" cap="none" spc="0" smtClean="0">
                <a:ln w="6350">
                  <a:solidFill>
                    <a:srgbClr val="0020A5"/>
                  </a:solidFill>
                  <a:prstDash val="solid"/>
                </a:ln>
                <a:solidFill>
                  <a:srgbClr val="0020A5"/>
                </a:solidFill>
                <a:effectLst/>
                <a:latin typeface="Obviously Wide Thin" pitchFamily="82" charset="77"/>
                <a:cs typeface="Times New Roman" panose="02020603050405020304" pitchFamily="18" charset="0"/>
              </a:rPr>
              <a:pPr algn="ctr"/>
              <a:t>‹#›</a:t>
            </a:fld>
            <a:endParaRPr lang="en-US" sz="1200" b="0" cap="none" spc="0" dirty="0">
              <a:ln w="6350">
                <a:solidFill>
                  <a:srgbClr val="0020A5"/>
                </a:solidFill>
                <a:prstDash val="solid"/>
              </a:ln>
              <a:solidFill>
                <a:srgbClr val="0020A5"/>
              </a:solidFill>
              <a:effectLst/>
              <a:latin typeface="Obviously Wide Thin" pitchFamily="82" charset="77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53EC3E-C1B5-9865-55AE-E282CFEE8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6120" y="6421201"/>
            <a:ext cx="808228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rgbClr val="0020A5"/>
                </a:solidFill>
                <a:latin typeface="Obviously Wide Thin" pitchFamily="82" charset="77"/>
              </a:defRPr>
            </a:lvl1pPr>
          </a:lstStyle>
          <a:p>
            <a:r>
              <a:rPr lang="en-US"/>
              <a:t>UNIVERSITY OF FLORIDA HERBERT WERTHEIM COLLEGE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483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  <p:sldLayoutId id="2147483676" r:id="rId3"/>
    <p:sldLayoutId id="2147483679" r:id="rId4"/>
    <p:sldLayoutId id="2147483677" r:id="rId5"/>
    <p:sldLayoutId id="2147483678" r:id="rId6"/>
    <p:sldLayoutId id="2147483659" r:id="rId7"/>
    <p:sldLayoutId id="2147483662" r:id="rId8"/>
    <p:sldLayoutId id="2147483663" r:id="rId9"/>
    <p:sldLayoutId id="2147483660" r:id="rId10"/>
    <p:sldLayoutId id="2147483661" r:id="rId11"/>
    <p:sldLayoutId id="2147483668" r:id="rId12"/>
    <p:sldLayoutId id="2147483675" r:id="rId13"/>
    <p:sldLayoutId id="2147483671" r:id="rId14"/>
    <p:sldLayoutId id="2147483673" r:id="rId15"/>
    <p:sldLayoutId id="2147483672" r:id="rId16"/>
    <p:sldLayoutId id="2147483670" r:id="rId17"/>
    <p:sldLayoutId id="2147483674" r:id="rId18"/>
    <p:sldLayoutId id="2147483669" r:id="rId19"/>
    <p:sldLayoutId id="2147483681" r:id="rId2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 spc="50" baseline="0">
          <a:solidFill>
            <a:srgbClr val="011FA3"/>
          </a:solidFill>
          <a:latin typeface="Obviously Wide Semi" pitchFamily="8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300"/>
        </a:spcAft>
        <a:buClr>
          <a:srgbClr val="ED7C24"/>
        </a:buClr>
        <a:buFont typeface="Wingdings" pitchFamily="2" charset="2"/>
        <a:buChar char="§"/>
        <a:defRPr sz="2800" kern="1200">
          <a:solidFill>
            <a:schemeClr val="tx1">
              <a:lumMod val="75000"/>
              <a:lumOff val="25000"/>
            </a:schemeClr>
          </a:solidFill>
          <a:latin typeface="Gentona Book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Clr>
          <a:srgbClr val="ED7C24"/>
        </a:buClr>
        <a:buFont typeface="Wingdings" pitchFamily="2" charset="2"/>
        <a:buChar char="§"/>
        <a:defRPr sz="2400" kern="1200">
          <a:solidFill>
            <a:schemeClr val="tx1">
              <a:lumMod val="75000"/>
              <a:lumOff val="25000"/>
            </a:schemeClr>
          </a:solidFill>
          <a:latin typeface="Gentona Book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Clr>
          <a:srgbClr val="ED7C24"/>
        </a:buClr>
        <a:buFont typeface="Wingdings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Gentona Book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Clr>
          <a:srgbClr val="ED7C24"/>
        </a:buClr>
        <a:buFont typeface="Wingdings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Gentona Book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Clr>
          <a:srgbClr val="ED7C24"/>
        </a:buClr>
        <a:buFont typeface="Wingdings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Gentona Book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E240743-B99B-0A84-FA9C-BD2216C44E65}"/>
              </a:ext>
            </a:extLst>
          </p:cNvPr>
          <p:cNvSpPr txBox="1"/>
          <p:nvPr/>
        </p:nvSpPr>
        <p:spPr>
          <a:xfrm>
            <a:off x="66196" y="990042"/>
            <a:ext cx="3216348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Wireless Glove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4B6BF9-426C-3E74-D316-D2677953815C}"/>
              </a:ext>
            </a:extLst>
          </p:cNvPr>
          <p:cNvSpPr txBox="1"/>
          <p:nvPr/>
        </p:nvSpPr>
        <p:spPr>
          <a:xfrm>
            <a:off x="3921901" y="990042"/>
            <a:ext cx="1457817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Laptop</a:t>
            </a:r>
            <a:endParaRPr lang="ko-KR" altLang="en-US" sz="3200" b="1" dirty="0">
              <a:solidFill>
                <a:schemeClr val="bg1"/>
              </a:solidFill>
              <a:latin typeface="Gentona Book" panose="00000800000000000000" charset="0"/>
              <a:cs typeface="ADLaM Display" panose="0201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18DFA7-A755-193C-44D4-B9E738DB8122}"/>
              </a:ext>
            </a:extLst>
          </p:cNvPr>
          <p:cNvSpPr txBox="1"/>
          <p:nvPr/>
        </p:nvSpPr>
        <p:spPr>
          <a:xfrm>
            <a:off x="7875093" y="978398"/>
            <a:ext cx="4233933" cy="60806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err="1">
                <a:solidFill>
                  <a:schemeClr val="bg1"/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PyBullet</a:t>
            </a:r>
            <a:r>
              <a:rPr lang="en-US" altLang="ko-KR" sz="3200" b="1" dirty="0">
                <a:solidFill>
                  <a:schemeClr val="bg1"/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 Simulation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FE814A3-503B-5357-B538-AC4A0DD86B6C}"/>
              </a:ext>
            </a:extLst>
          </p:cNvPr>
          <p:cNvCxnSpPr>
            <a:cxnSpLocks/>
          </p:cNvCxnSpPr>
          <p:nvPr/>
        </p:nvCxnSpPr>
        <p:spPr>
          <a:xfrm>
            <a:off x="6096000" y="1451473"/>
            <a:ext cx="453266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01422EB-1BCF-9CE9-5D87-E73B030A6552}"/>
              </a:ext>
            </a:extLst>
          </p:cNvPr>
          <p:cNvSpPr txBox="1"/>
          <p:nvPr/>
        </p:nvSpPr>
        <p:spPr>
          <a:xfrm>
            <a:off x="7720967" y="1561795"/>
            <a:ext cx="4542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Robot Arm Model: Panda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(Manufacturer: Franka Emika GmbH)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CF2C03-F41C-0879-8CF5-4ACEA35A8ACC}"/>
              </a:ext>
            </a:extLst>
          </p:cNvPr>
          <p:cNvSpPr txBox="1"/>
          <p:nvPr/>
        </p:nvSpPr>
        <p:spPr>
          <a:xfrm>
            <a:off x="61700" y="1564037"/>
            <a:ext cx="3331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2000" dirty="0">
              <a:solidFill>
                <a:schemeClr val="bg1"/>
              </a:solidFill>
              <a:latin typeface="Gentona Book" panose="00000800000000000000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B7DEA73E-2362-0755-5713-8E0563D08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956949"/>
              </p:ext>
            </p:extLst>
          </p:nvPr>
        </p:nvGraphicFramePr>
        <p:xfrm>
          <a:off x="61701" y="1862387"/>
          <a:ext cx="7668260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168">
                  <a:extLst>
                    <a:ext uri="{9D8B030D-6E8A-4147-A177-3AD203B41FA5}">
                      <a16:colId xmlns:a16="http://schemas.microsoft.com/office/drawing/2014/main" val="2405176146"/>
                    </a:ext>
                  </a:extLst>
                </a:gridCol>
                <a:gridCol w="3393092">
                  <a:extLst>
                    <a:ext uri="{9D8B030D-6E8A-4147-A177-3AD203B41FA5}">
                      <a16:colId xmlns:a16="http://schemas.microsoft.com/office/drawing/2014/main" val="2883656828"/>
                    </a:ext>
                  </a:extLst>
                </a:gridCol>
              </a:tblGrid>
              <a:tr h="166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Wireless Glove (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Play time in video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Robot Arm ‘Panda’ (</a:t>
                      </a:r>
                      <a:r>
                        <a:rPr lang="en-US" altLang="ko-KR" sz="1600" dirty="0" err="1">
                          <a:solidFill>
                            <a:schemeClr val="bg1"/>
                          </a:solidFill>
                        </a:rPr>
                        <a:t>PyBullet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877672"/>
                  </a:ext>
                </a:extLst>
              </a:tr>
              <a:tr h="166228">
                <a:tc>
                  <a:txBody>
                    <a:bodyPr/>
                    <a:lstStyle/>
                    <a:p>
                      <a:pPr marL="342900" indent="-342900" algn="ctr">
                        <a:buAutoNum type="arabicParenBoth"/>
                      </a:pPr>
                      <a:r>
                        <a:rPr lang="en-US" altLang="ko-KR" sz="1600" baseline="0" dirty="0">
                          <a:solidFill>
                            <a:schemeClr val="bg1"/>
                          </a:solidFill>
                          <a:latin typeface="Gentona Book" panose="00000800000000000000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Extend only the index finger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00:00 – 00:20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altLang="ko-KR" sz="1600" baseline="0" dirty="0">
                        <a:solidFill>
                          <a:schemeClr val="bg1"/>
                        </a:solidFill>
                        <a:latin typeface="Gentona Book" panose="00000800000000000000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ntona Book" panose="00000800000000000000" charset="0"/>
                          <a:ea typeface="맑은 고딕" panose="020B0503020000020004" pitchFamily="50" charset="-127"/>
                          <a:cs typeface="+mn-cs"/>
                        </a:rPr>
                        <a:t>Log in to 1</a:t>
                      </a:r>
                      <a:r>
                        <a:rPr kumimoji="0" lang="en-US" altLang="ko-K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ntona Book" panose="00000800000000000000" charset="0"/>
                          <a:ea typeface="맑은 고딕" panose="020B0503020000020004" pitchFamily="50" charset="-127"/>
                          <a:cs typeface="+mn-cs"/>
                        </a:rPr>
                        <a:t>st</a:t>
                      </a: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ntona Book" panose="00000800000000000000" charset="0"/>
                          <a:ea typeface="맑은 고딕" panose="020B0503020000020004" pitchFamily="50" charset="-127"/>
                          <a:cs typeface="+mn-cs"/>
                        </a:rPr>
                        <a:t> Joint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Gentona Book" panose="00000800000000000000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372840"/>
                  </a:ext>
                </a:extLst>
              </a:tr>
              <a:tr h="2871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>
                          <a:solidFill>
                            <a:schemeClr val="bg1"/>
                          </a:solidFill>
                          <a:latin typeface="Gentona Book" panose="00000800000000000000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(2) Make a fist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00:20 – 00:28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600" baseline="0" dirty="0">
                        <a:solidFill>
                          <a:schemeClr val="bg1"/>
                        </a:solidFill>
                        <a:latin typeface="Gentona Book" panose="00000800000000000000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When logging out from Joints 1 and 2, automatically log in to Joint 3.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Gentona Book" panose="00000800000000000000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665866"/>
                  </a:ext>
                </a:extLst>
              </a:tr>
              <a:tr h="2871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>
                          <a:solidFill>
                            <a:schemeClr val="bg1"/>
                          </a:solidFill>
                          <a:latin typeface="Gentona Book" panose="00000800000000000000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(3) Extend the index and middle fingers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>
                          <a:solidFill>
                            <a:schemeClr val="bg1"/>
                          </a:solidFill>
                          <a:latin typeface="Gentona Book" panose="00000800000000000000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00:28 – 00:45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altLang="ko-KR" sz="1600" baseline="0" dirty="0">
                        <a:solidFill>
                          <a:schemeClr val="bg1"/>
                        </a:solidFill>
                        <a:latin typeface="Gentona Book" panose="00000800000000000000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ntona Book" panose="00000800000000000000" charset="0"/>
                          <a:ea typeface="+mn-ea"/>
                          <a:cs typeface="+mn-cs"/>
                        </a:rPr>
                        <a:t>Log in to 2</a:t>
                      </a:r>
                      <a:r>
                        <a:rPr kumimoji="0" lang="en-US" altLang="ko-KR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ntona Book" panose="00000800000000000000" charset="0"/>
                          <a:ea typeface="+mn-ea"/>
                          <a:cs typeface="+mn-cs"/>
                        </a:rPr>
                        <a:t>nd</a:t>
                      </a: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ntona Book" panose="00000800000000000000" charset="0"/>
                          <a:ea typeface="+mn-ea"/>
                          <a:cs typeface="+mn-cs"/>
                        </a:rPr>
                        <a:t> Joint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Gentona Book" panose="0000080000000000000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39601"/>
                  </a:ext>
                </a:extLst>
              </a:tr>
              <a:tr h="2871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>
                          <a:solidFill>
                            <a:schemeClr val="bg1"/>
                          </a:solidFill>
                          <a:latin typeface="Gentona Book" panose="00000800000000000000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(4) Make a fist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00:45 – 01:10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), Log in to Joint 3</a:t>
                      </a:r>
                      <a:endParaRPr lang="ko-KR" altLang="en-US" sz="1600" baseline="0" dirty="0">
                        <a:solidFill>
                          <a:schemeClr val="bg1"/>
                        </a:solidFill>
                        <a:latin typeface="Gentona Book" panose="00000800000000000000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When logging out from Joints 1 and 2, automatically log in to Joint 3.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Gentona Book" panose="00000800000000000000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859977"/>
                  </a:ext>
                </a:extLst>
              </a:tr>
              <a:tr h="2871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>
                          <a:solidFill>
                            <a:schemeClr val="bg1"/>
                          </a:solidFill>
                          <a:latin typeface="Gentona Book" panose="00000800000000000000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(5) </a:t>
                      </a:r>
                      <a:r>
                        <a:rPr lang="en-US" altLang="ko-KR" sz="1600" i="1" baseline="0" dirty="0">
                          <a:solidFill>
                            <a:schemeClr val="bg1"/>
                          </a:solidFill>
                          <a:latin typeface="Gentona Book" panose="00000800000000000000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(When approaching the box within 0.2m, </a:t>
                      </a:r>
                      <a:r>
                        <a:rPr lang="en-US" altLang="ko-KR" sz="1600" i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01:10 – 01:30</a:t>
                      </a:r>
                      <a:r>
                        <a:rPr lang="en-US" altLang="ko-KR" sz="1600" i="1" baseline="0" dirty="0">
                          <a:solidFill>
                            <a:schemeClr val="bg1"/>
                          </a:solidFill>
                          <a:latin typeface="Gentona Book" panose="00000800000000000000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)</a:t>
                      </a:r>
                      <a:r>
                        <a:rPr lang="en-US" altLang="ko-KR" sz="1600" baseline="0" dirty="0">
                          <a:solidFill>
                            <a:schemeClr val="bg1"/>
                          </a:solidFill>
                          <a:latin typeface="Gentona Book" panose="00000800000000000000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 Make a fist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01:30 – 01:35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600" baseline="0" dirty="0">
                        <a:solidFill>
                          <a:schemeClr val="bg1"/>
                        </a:solidFill>
                        <a:latin typeface="Gentona Book" panose="00000800000000000000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ntona Book" panose="00000800000000000000" charset="0"/>
                          <a:ea typeface="맑은 고딕" panose="020B0503020000020004" pitchFamily="50" charset="-127"/>
                          <a:cs typeface="+mn-cs"/>
                        </a:rPr>
                        <a:t>Close the gripper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ntona Book" panose="00000800000000000000" charset="0"/>
                          <a:ea typeface="맑은 고딕" panose="020B0503020000020004" pitchFamily="50" charset="-127"/>
                          <a:cs typeface="+mn-cs"/>
                        </a:rPr>
                        <a:t>(Grid </a:t>
                      </a: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ntona Book" panose="00000800000000000000" charset="0"/>
                          <a:ea typeface="맑은 고딕" panose="020B0503020000020004" pitchFamily="50" charset="-127"/>
                          <a:cs typeface="+mn-cs"/>
                        </a:rPr>
                        <a:t>size: 1m x 1m)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Gentona Book" panose="00000800000000000000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571715"/>
                  </a:ext>
                </a:extLst>
              </a:tr>
              <a:tr h="166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>
                          <a:solidFill>
                            <a:schemeClr val="bg1"/>
                          </a:solidFill>
                          <a:latin typeface="Gentona Book" panose="00000800000000000000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(6) Fully open the hand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01:40 – 01:50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altLang="ko-KR" sz="1600" baseline="0" dirty="0">
                        <a:solidFill>
                          <a:schemeClr val="bg1"/>
                        </a:solidFill>
                        <a:latin typeface="Gentona Book" panose="00000800000000000000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ntona Book" panose="00000800000000000000" charset="0"/>
                          <a:ea typeface="+mn-ea"/>
                          <a:cs typeface="+mn-cs"/>
                        </a:rPr>
                        <a:t>Open the gripper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Gentona Book" panose="0000080000000000000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03366"/>
                  </a:ext>
                </a:extLst>
              </a:tr>
            </a:tbl>
          </a:graphicData>
        </a:graphic>
      </p:graphicFrame>
      <p:sp>
        <p:nvSpPr>
          <p:cNvPr id="38" name="Title 1">
            <a:extLst>
              <a:ext uri="{FF2B5EF4-FFF2-40B4-BE49-F238E27FC236}">
                <a16:creationId xmlns:a16="http://schemas.microsoft.com/office/drawing/2014/main" id="{E6BE98D9-EFFA-24CC-D752-052741DC54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07161" y="212874"/>
            <a:ext cx="9284839" cy="493539"/>
          </a:xfrm>
        </p:spPr>
        <p:txBody>
          <a:bodyPr anchor="b" anchorCtr="0">
            <a:noAutofit/>
          </a:bodyPr>
          <a:lstStyle>
            <a:lvl1pPr>
              <a:defRPr sz="3200" b="1" i="0" spc="50" baseline="0">
                <a:solidFill>
                  <a:schemeClr val="bg1"/>
                </a:solidFill>
                <a:latin typeface="Obviously Wide Bold" pitchFamily="82" charset="77"/>
              </a:defRPr>
            </a:lvl1pPr>
          </a:lstStyle>
          <a:p>
            <a:pPr algn="l"/>
            <a:r>
              <a:rPr lang="en-US" sz="2400" b="0" dirty="0"/>
              <a:t>Steps of the demonstration (Team 4)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9FDA6-A089-EB36-45A7-4A4676760CF6}"/>
              </a:ext>
            </a:extLst>
          </p:cNvPr>
          <p:cNvSpPr txBox="1"/>
          <p:nvPr/>
        </p:nvSpPr>
        <p:spPr>
          <a:xfrm>
            <a:off x="-516969" y="1511127"/>
            <a:ext cx="43238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(Manufacturer: </a:t>
            </a:r>
            <a:r>
              <a:rPr lang="en-US" altLang="ko-KR" sz="1600" dirty="0" err="1">
                <a:solidFill>
                  <a:schemeClr val="bg1"/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HiWonder</a:t>
            </a:r>
            <a:r>
              <a:rPr lang="en-US" altLang="ko-KR" sz="1600" dirty="0">
                <a:solidFill>
                  <a:schemeClr val="bg1"/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F94188-FFAC-E37A-BC3D-AD1904E08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778" y="2271058"/>
            <a:ext cx="4262995" cy="437406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6132FC1-BC56-2A53-0979-781E8E5C2B85}"/>
              </a:ext>
            </a:extLst>
          </p:cNvPr>
          <p:cNvSpPr/>
          <p:nvPr/>
        </p:nvSpPr>
        <p:spPr>
          <a:xfrm>
            <a:off x="10007946" y="3243176"/>
            <a:ext cx="952237" cy="9358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>
            <a:normAutofit/>
          </a:bodyPr>
          <a:lstStyle/>
          <a:p>
            <a:pPr algn="ctr"/>
            <a:endParaRPr lang="ko-KR" altLang="en-US" dirty="0" err="1">
              <a:solidFill>
                <a:schemeClr val="tx1"/>
              </a:solidFill>
              <a:latin typeface="Gentona Book" pitchFamily="2" charset="7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73EC89-A1A3-E6E8-37D9-A4368BF06217}"/>
              </a:ext>
            </a:extLst>
          </p:cNvPr>
          <p:cNvSpPr/>
          <p:nvPr/>
        </p:nvSpPr>
        <p:spPr>
          <a:xfrm>
            <a:off x="8528021" y="4861729"/>
            <a:ext cx="830318" cy="12434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>
            <a:normAutofit/>
          </a:bodyPr>
          <a:lstStyle/>
          <a:p>
            <a:pPr algn="ctr"/>
            <a:endParaRPr lang="ko-KR" altLang="en-US" dirty="0" err="1">
              <a:solidFill>
                <a:schemeClr val="tx1"/>
              </a:solidFill>
              <a:latin typeface="Gentona Book" pitchFamily="2" charset="7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0B8375-1C12-27BC-2076-AFB222F74BED}"/>
              </a:ext>
            </a:extLst>
          </p:cNvPr>
          <p:cNvSpPr/>
          <p:nvPr/>
        </p:nvSpPr>
        <p:spPr>
          <a:xfrm>
            <a:off x="9132925" y="4250646"/>
            <a:ext cx="933318" cy="9358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>
            <a:normAutofit/>
          </a:bodyPr>
          <a:lstStyle/>
          <a:p>
            <a:pPr algn="ctr"/>
            <a:endParaRPr lang="ko-KR" altLang="en-US" dirty="0" err="1">
              <a:solidFill>
                <a:schemeClr val="tx1"/>
              </a:solidFill>
              <a:latin typeface="Gentona Book" pitchFamily="2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793205-5144-4212-F19F-236268C4BC66}"/>
              </a:ext>
            </a:extLst>
          </p:cNvPr>
          <p:cNvSpPr txBox="1"/>
          <p:nvPr/>
        </p:nvSpPr>
        <p:spPr>
          <a:xfrm>
            <a:off x="9997726" y="2899670"/>
            <a:ext cx="953748" cy="33575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Gentona Book" pitchFamily="2" charset="77"/>
              </a:rPr>
              <a:t>3</a:t>
            </a:r>
            <a:r>
              <a:rPr lang="en-US" altLang="ko-KR" sz="1600" baseline="30000" dirty="0">
                <a:solidFill>
                  <a:schemeClr val="bg1"/>
                </a:solidFill>
                <a:latin typeface="Gentona Book" pitchFamily="2" charset="77"/>
              </a:rPr>
              <a:t>rd</a:t>
            </a:r>
            <a:r>
              <a:rPr lang="en-US" altLang="ko-KR" sz="1600" dirty="0">
                <a:solidFill>
                  <a:schemeClr val="bg1"/>
                </a:solidFill>
                <a:latin typeface="Gentona Book" pitchFamily="2" charset="77"/>
              </a:rPr>
              <a:t> Joint</a:t>
            </a:r>
            <a:endParaRPr lang="ko-KR" altLang="en-US" sz="1600" dirty="0">
              <a:solidFill>
                <a:schemeClr val="bg1"/>
              </a:solidFill>
              <a:latin typeface="Gentona Book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DFF2DE-8D82-78D6-15FE-02491DD8FC91}"/>
              </a:ext>
            </a:extLst>
          </p:cNvPr>
          <p:cNvSpPr txBox="1"/>
          <p:nvPr/>
        </p:nvSpPr>
        <p:spPr>
          <a:xfrm>
            <a:off x="10064113" y="4870438"/>
            <a:ext cx="953748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Gentona Book" pitchFamily="2" charset="77"/>
              </a:rPr>
              <a:t>2</a:t>
            </a:r>
            <a:r>
              <a:rPr lang="en-US" altLang="ko-KR" sz="1600" baseline="30000" dirty="0">
                <a:solidFill>
                  <a:schemeClr val="bg1"/>
                </a:solidFill>
                <a:latin typeface="Gentona Book" pitchFamily="2" charset="77"/>
              </a:rPr>
              <a:t>nd</a:t>
            </a:r>
            <a:r>
              <a:rPr lang="en-US" altLang="ko-KR" sz="1600" dirty="0">
                <a:solidFill>
                  <a:schemeClr val="bg1"/>
                </a:solidFill>
                <a:latin typeface="Gentona Book" pitchFamily="2" charset="77"/>
              </a:rPr>
              <a:t> Joint</a:t>
            </a:r>
            <a:endParaRPr lang="ko-KR" altLang="en-US" sz="1600" dirty="0">
              <a:solidFill>
                <a:schemeClr val="bg1"/>
              </a:solidFill>
              <a:latin typeface="Gentona Book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14F9B-B102-A2C6-35F6-62FE09B472E8}"/>
              </a:ext>
            </a:extLst>
          </p:cNvPr>
          <p:cNvSpPr txBox="1"/>
          <p:nvPr/>
        </p:nvSpPr>
        <p:spPr>
          <a:xfrm>
            <a:off x="8514254" y="6100165"/>
            <a:ext cx="953748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Gentona Book" pitchFamily="2" charset="77"/>
              </a:rPr>
              <a:t>1</a:t>
            </a:r>
            <a:r>
              <a:rPr lang="en-US" altLang="ko-KR" sz="1600" baseline="30000" dirty="0">
                <a:solidFill>
                  <a:schemeClr val="bg1"/>
                </a:solidFill>
                <a:latin typeface="Gentona Book" pitchFamily="2" charset="77"/>
              </a:rPr>
              <a:t>st</a:t>
            </a:r>
            <a:r>
              <a:rPr lang="en-US" altLang="ko-KR" sz="1600" dirty="0">
                <a:solidFill>
                  <a:schemeClr val="bg1"/>
                </a:solidFill>
                <a:latin typeface="Gentona Book" pitchFamily="2" charset="77"/>
              </a:rPr>
              <a:t> Joint</a:t>
            </a:r>
            <a:endParaRPr lang="ko-KR" altLang="en-US" sz="1600" dirty="0">
              <a:solidFill>
                <a:schemeClr val="bg1"/>
              </a:solidFill>
              <a:latin typeface="Gentona Book" pitchFamily="2" charset="7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540DBD-D749-3E33-A14F-AEBB64F96EB0}"/>
              </a:ext>
            </a:extLst>
          </p:cNvPr>
          <p:cNvSpPr/>
          <p:nvPr/>
        </p:nvSpPr>
        <p:spPr>
          <a:xfrm>
            <a:off x="10671147" y="3821052"/>
            <a:ext cx="551667" cy="5659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>
            <a:normAutofit/>
          </a:bodyPr>
          <a:lstStyle/>
          <a:p>
            <a:pPr algn="ctr"/>
            <a:endParaRPr lang="ko-KR" altLang="en-US" dirty="0" err="1">
              <a:solidFill>
                <a:schemeClr val="tx1"/>
              </a:solidFill>
              <a:latin typeface="Gentona Book" pitchFamily="2" charset="7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6BEA8C-F2A0-B5EF-8762-EBA9E8BD80DA}"/>
              </a:ext>
            </a:extLst>
          </p:cNvPr>
          <p:cNvSpPr txBox="1"/>
          <p:nvPr/>
        </p:nvSpPr>
        <p:spPr>
          <a:xfrm>
            <a:off x="11228330" y="4041122"/>
            <a:ext cx="867044" cy="369333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Gentona Book" pitchFamily="2" charset="77"/>
              </a:rPr>
              <a:t>Gripper</a:t>
            </a:r>
            <a:endParaRPr lang="ko-KR" altLang="en-US" sz="1600" dirty="0">
              <a:solidFill>
                <a:schemeClr val="bg1"/>
              </a:solidFill>
              <a:latin typeface="Gentona Book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31B16-8190-2003-A3A1-06D10F085DD8}"/>
              </a:ext>
            </a:extLst>
          </p:cNvPr>
          <p:cNvSpPr txBox="1"/>
          <p:nvPr/>
        </p:nvSpPr>
        <p:spPr>
          <a:xfrm>
            <a:off x="61701" y="5312962"/>
            <a:ext cx="7668260" cy="132343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* Initially, we attempted pitching and rolling </a:t>
            </a:r>
            <a:r>
              <a:rPr lang="en-US" altLang="ko-KR" sz="1600" dirty="0">
                <a:solidFill>
                  <a:schemeClr val="accent4"/>
                </a:solidFill>
              </a:rPr>
              <a:t>while keeping one or</a:t>
            </a:r>
            <a:r>
              <a:rPr lang="ko-KR" altLang="en-US" sz="1600" dirty="0">
                <a:solidFill>
                  <a:schemeClr val="accent4"/>
                </a:solidFill>
              </a:rPr>
              <a:t> </a:t>
            </a:r>
            <a:r>
              <a:rPr lang="en-US" altLang="ko-KR" sz="1600" dirty="0">
                <a:solidFill>
                  <a:schemeClr val="accent4"/>
                </a:solidFill>
              </a:rPr>
              <a:t>two</a:t>
            </a:r>
            <a:r>
              <a:rPr lang="ko-KR" altLang="en-US" sz="1600" dirty="0">
                <a:solidFill>
                  <a:schemeClr val="accent4"/>
                </a:solidFill>
              </a:rPr>
              <a:t> </a:t>
            </a:r>
            <a:r>
              <a:rPr lang="en-US" altLang="ko-KR" sz="1600" dirty="0">
                <a:solidFill>
                  <a:schemeClr val="accent4"/>
                </a:solidFill>
              </a:rPr>
              <a:t>fingers extended</a:t>
            </a:r>
            <a:r>
              <a:rPr lang="en-US" altLang="ko-KR" sz="1600" dirty="0">
                <a:solidFill>
                  <a:schemeClr val="bg1"/>
                </a:solidFill>
              </a:rPr>
              <a:t>. However, due to </a:t>
            </a:r>
            <a:r>
              <a:rPr lang="en-US" altLang="ko-KR" sz="1600" dirty="0">
                <a:solidFill>
                  <a:schemeClr val="accent4"/>
                </a:solidFill>
              </a:rPr>
              <a:t>the high sensitivity of the sensor</a:t>
            </a:r>
            <a:r>
              <a:rPr lang="en-US" altLang="ko-KR" sz="1600" dirty="0">
                <a:solidFill>
                  <a:schemeClr val="bg1"/>
                </a:solidFill>
              </a:rPr>
              <a:t>, achieving precise movements proved to be challenging. Consequently, to address this issue, we introduced </a:t>
            </a:r>
            <a:r>
              <a:rPr lang="en-US" altLang="ko-KR" sz="1600" dirty="0">
                <a:solidFill>
                  <a:schemeClr val="accent4"/>
                </a:solidFill>
              </a:rPr>
              <a:t>a mechanism for individually logging in and out of each joint to control them separately</a:t>
            </a:r>
            <a:r>
              <a:rPr lang="en-US" altLang="ko-KR" sz="1600" dirty="0">
                <a:solidFill>
                  <a:schemeClr val="bg1"/>
                </a:solidFill>
              </a:rPr>
              <a:t>. Furthermore, we </a:t>
            </a:r>
            <a:r>
              <a:rPr lang="en-US" altLang="ko-KR" sz="1600" dirty="0">
                <a:solidFill>
                  <a:schemeClr val="accent4"/>
                </a:solidFill>
              </a:rPr>
              <a:t>minimized sudden movements by smoothing data using interpolation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  <a:endParaRPr lang="en-US" altLang="ko-KR" sz="1600" dirty="0">
              <a:solidFill>
                <a:schemeClr val="bg1"/>
              </a:solidFill>
              <a:latin typeface="Gentona Book" panose="00000800000000000000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2B956D-D543-E5EB-A55E-4978A9CD6C50}"/>
              </a:ext>
            </a:extLst>
          </p:cNvPr>
          <p:cNvSpPr txBox="1"/>
          <p:nvPr/>
        </p:nvSpPr>
        <p:spPr>
          <a:xfrm>
            <a:off x="5273499" y="1280096"/>
            <a:ext cx="887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US" altLang="ko-KR" sz="1600" dirty="0" err="1">
                <a:solidFill>
                  <a:schemeClr val="bg1"/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Wifi</a:t>
            </a:r>
            <a:r>
              <a:rPr lang="en-US" altLang="ko-KR" sz="1600" dirty="0">
                <a:solidFill>
                  <a:schemeClr val="bg1"/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197322A-1260-61B6-4F93-11CDF221ECEE}"/>
              </a:ext>
            </a:extLst>
          </p:cNvPr>
          <p:cNvCxnSpPr>
            <a:cxnSpLocks/>
          </p:cNvCxnSpPr>
          <p:nvPr/>
        </p:nvCxnSpPr>
        <p:spPr>
          <a:xfrm>
            <a:off x="3349619" y="1288036"/>
            <a:ext cx="453266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BFDD5E-AFB8-14A0-32BD-886A5E147DC5}"/>
              </a:ext>
            </a:extLst>
          </p:cNvPr>
          <p:cNvSpPr txBox="1"/>
          <p:nvPr/>
        </p:nvSpPr>
        <p:spPr>
          <a:xfrm>
            <a:off x="6066114" y="811899"/>
            <a:ext cx="1457817" cy="89255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Laptop</a:t>
            </a:r>
          </a:p>
          <a:p>
            <a:pPr algn="ctr"/>
            <a:r>
              <a:rPr lang="en-US" altLang="ko-KR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Gentona Book" panose="00000800000000000000" charset="0"/>
                <a:ea typeface="ADLaM Display" panose="02010000000000000000" pitchFamily="2" charset="0"/>
                <a:cs typeface="ADLaM Display" panose="02010000000000000000" pitchFamily="2" charset="0"/>
              </a:rPr>
              <a:t>/ROS2</a:t>
            </a:r>
            <a:endParaRPr lang="ko-KR" altLang="en-US" sz="2000" b="1" dirty="0">
              <a:solidFill>
                <a:schemeClr val="accent2">
                  <a:lumMod val="60000"/>
                  <a:lumOff val="40000"/>
                </a:schemeClr>
              </a:solidFill>
              <a:latin typeface="Gentona Book" panose="00000800000000000000" charset="0"/>
              <a:cs typeface="ADLaM Display" panose="02010000000000000000" pitchFamily="2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DEF5044-D9B2-6454-F173-96E664C774FD}"/>
              </a:ext>
            </a:extLst>
          </p:cNvPr>
          <p:cNvCxnSpPr>
            <a:cxnSpLocks/>
          </p:cNvCxnSpPr>
          <p:nvPr/>
        </p:nvCxnSpPr>
        <p:spPr>
          <a:xfrm>
            <a:off x="5488472" y="1262812"/>
            <a:ext cx="453266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DE6F417-0693-71FF-ECB1-FA13CF17B3F7}"/>
              </a:ext>
            </a:extLst>
          </p:cNvPr>
          <p:cNvCxnSpPr>
            <a:cxnSpLocks/>
          </p:cNvCxnSpPr>
          <p:nvPr/>
        </p:nvCxnSpPr>
        <p:spPr>
          <a:xfrm>
            <a:off x="7535397" y="1271740"/>
            <a:ext cx="255856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83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lIns="45720" rIns="45720" rtlCol="0" anchor="ctr">
        <a:normAutofit fontScale="92500" lnSpcReduction="20000"/>
      </a:bodyPr>
      <a:lstStyle>
        <a:defPPr algn="ctr">
          <a:defRPr dirty="0" err="1" smtClean="0">
            <a:solidFill>
              <a:schemeClr val="tx1"/>
            </a:solidFill>
            <a:latin typeface="Gentona Book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Gentona Book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2" id="{48B37A77-3EF4-9941-A8E5-EB924710A769}" vid="{C326E940-DFE3-9C4B-BFAC-140ADAAE5C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1746</TotalTime>
  <Words>274</Words>
  <Application>Microsoft Office PowerPoint</Application>
  <PresentationFormat>와이드스크린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Obviously Wide Bold</vt:lpstr>
      <vt:lpstr>Gentona Book</vt:lpstr>
      <vt:lpstr>Obviously Wide Semi</vt:lpstr>
      <vt:lpstr>Wingdings</vt:lpstr>
      <vt:lpstr>Obviously Wide Thin</vt:lpstr>
      <vt:lpstr>Arial</vt:lpstr>
      <vt:lpstr>Calibri</vt:lpstr>
      <vt:lpstr>Office Theme</vt:lpstr>
      <vt:lpstr>Steps of the demonstration (Team 4)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Seonbeom Kim</cp:lastModifiedBy>
  <cp:revision>51</cp:revision>
  <dcterms:created xsi:type="dcterms:W3CDTF">2023-01-11T13:28:39Z</dcterms:created>
  <dcterms:modified xsi:type="dcterms:W3CDTF">2025-04-29T15:26:29Z</dcterms:modified>
  <cp:category/>
</cp:coreProperties>
</file>